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368" r:id="rId3"/>
    <p:sldId id="496" r:id="rId4"/>
    <p:sldId id="495" r:id="rId5"/>
    <p:sldId id="371" r:id="rId6"/>
    <p:sldId id="501" r:id="rId7"/>
    <p:sldId id="449" r:id="rId8"/>
    <p:sldId id="502" r:id="rId9"/>
    <p:sldId id="446" r:id="rId10"/>
    <p:sldId id="503" r:id="rId11"/>
    <p:sldId id="418" r:id="rId12"/>
    <p:sldId id="434" r:id="rId13"/>
  </p:sldIdLst>
  <p:sldSz cx="6858000" cy="9144000" type="screen4x3"/>
  <p:notesSz cx="6858000" cy="9144000"/>
  <p:defaultTextStyle>
    <a:defPPr>
      <a:defRPr lang="sv-S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6564"/>
    <a:srgbClr val="009999"/>
    <a:srgbClr val="008080"/>
    <a:srgbClr val="65B7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1D0E0-114B-4FAD-8862-F47D893E7F46}" v="166" dt="2025-02-25T16:33:16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30" autoAdjust="0"/>
    <p:restoredTop sz="94760" autoAdjust="0"/>
  </p:normalViewPr>
  <p:slideViewPr>
    <p:cSldViewPr snapToGrid="0" snapToObjects="1">
      <p:cViewPr varScale="1">
        <p:scale>
          <a:sx n="82" d="100"/>
          <a:sy n="82" d="100"/>
        </p:scale>
        <p:origin x="2696" y="16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Jungåker" userId="Jp51DZr2S3O2Kq/fECI9vz/Rf/nX3kiUVMBM7w9AVas=" providerId="None" clId="Web-{1721D0E0-114B-4FAD-8862-F47D893E7F46}"/>
    <pc:docChg chg="modSld">
      <pc:chgData name="Paula Jungåker" userId="Jp51DZr2S3O2Kq/fECI9vz/Rf/nX3kiUVMBM7w9AVas=" providerId="None" clId="Web-{1721D0E0-114B-4FAD-8862-F47D893E7F46}" dt="2025-02-25T16:33:16.449" v="82" actId="20577"/>
      <pc:docMkLst>
        <pc:docMk/>
      </pc:docMkLst>
      <pc:sldChg chg="modSp">
        <pc:chgData name="Paula Jungåker" userId="Jp51DZr2S3O2Kq/fECI9vz/Rf/nX3kiUVMBM7w9AVas=" providerId="None" clId="Web-{1721D0E0-114B-4FAD-8862-F47D893E7F46}" dt="2025-02-25T16:32:03.728" v="74" actId="20577"/>
        <pc:sldMkLst>
          <pc:docMk/>
          <pc:sldMk cId="2516864540" sldId="418"/>
        </pc:sldMkLst>
        <pc:spChg chg="mod">
          <ac:chgData name="Paula Jungåker" userId="Jp51DZr2S3O2Kq/fECI9vz/Rf/nX3kiUVMBM7w9AVas=" providerId="None" clId="Web-{1721D0E0-114B-4FAD-8862-F47D893E7F46}" dt="2025-02-25T16:32:03.728" v="74" actId="20577"/>
          <ac:spMkLst>
            <pc:docMk/>
            <pc:sldMk cId="2516864540" sldId="418"/>
            <ac:spMk id="4" creationId="{22ABE7DE-5F64-B74A-8B45-F8C73A77556A}"/>
          </ac:spMkLst>
        </pc:spChg>
      </pc:sldChg>
      <pc:sldChg chg="modSp">
        <pc:chgData name="Paula Jungåker" userId="Jp51DZr2S3O2Kq/fECI9vz/Rf/nX3kiUVMBM7w9AVas=" providerId="None" clId="Web-{1721D0E0-114B-4FAD-8862-F47D893E7F46}" dt="2025-02-25T16:33:16.449" v="82" actId="20577"/>
        <pc:sldMkLst>
          <pc:docMk/>
          <pc:sldMk cId="2674272433" sldId="434"/>
        </pc:sldMkLst>
        <pc:spChg chg="mod">
          <ac:chgData name="Paula Jungåker" userId="Jp51DZr2S3O2Kq/fECI9vz/Rf/nX3kiUVMBM7w9AVas=" providerId="None" clId="Web-{1721D0E0-114B-4FAD-8862-F47D893E7F46}" dt="2025-02-25T16:33:16.449" v="82" actId="20577"/>
          <ac:spMkLst>
            <pc:docMk/>
            <pc:sldMk cId="2674272433" sldId="434"/>
            <ac:spMk id="2" creationId="{843C7B55-265D-C241-A018-1DE91F15A563}"/>
          </ac:spMkLst>
        </pc:spChg>
      </pc:sldChg>
      <pc:sldChg chg="modSp">
        <pc:chgData name="Paula Jungåker" userId="Jp51DZr2S3O2Kq/fECI9vz/Rf/nX3kiUVMBM7w9AVas=" providerId="None" clId="Web-{1721D0E0-114B-4FAD-8862-F47D893E7F46}" dt="2025-02-25T16:28:53.549" v="51" actId="20577"/>
        <pc:sldMkLst>
          <pc:docMk/>
          <pc:sldMk cId="126299323" sldId="446"/>
        </pc:sldMkLst>
        <pc:spChg chg="mod">
          <ac:chgData name="Paula Jungåker" userId="Jp51DZr2S3O2Kq/fECI9vz/Rf/nX3kiUVMBM7w9AVas=" providerId="None" clId="Web-{1721D0E0-114B-4FAD-8862-F47D893E7F46}" dt="2025-02-25T16:28:53.549" v="51" actId="20577"/>
          <ac:spMkLst>
            <pc:docMk/>
            <pc:sldMk cId="126299323" sldId="446"/>
            <ac:spMk id="9" creationId="{CA1BA1CA-9DEE-7842-8C5B-660094D808E9}"/>
          </ac:spMkLst>
        </pc:spChg>
      </pc:sldChg>
      <pc:sldChg chg="modSp">
        <pc:chgData name="Paula Jungåker" userId="Jp51DZr2S3O2Kq/fECI9vz/Rf/nX3kiUVMBM7w9AVas=" providerId="None" clId="Web-{1721D0E0-114B-4FAD-8862-F47D893E7F46}" dt="2025-02-25T16:22:34.504" v="28" actId="20577"/>
        <pc:sldMkLst>
          <pc:docMk/>
          <pc:sldMk cId="883022053" sldId="449"/>
        </pc:sldMkLst>
        <pc:spChg chg="mod">
          <ac:chgData name="Paula Jungåker" userId="Jp51DZr2S3O2Kq/fECI9vz/Rf/nX3kiUVMBM7w9AVas=" providerId="None" clId="Web-{1721D0E0-114B-4FAD-8862-F47D893E7F46}" dt="2025-02-25T16:22:34.504" v="28" actId="20577"/>
          <ac:spMkLst>
            <pc:docMk/>
            <pc:sldMk cId="883022053" sldId="449"/>
            <ac:spMk id="9" creationId="{B4392DB8-1F08-FC43-A3A5-CE4F66DC7882}"/>
          </ac:spMkLst>
        </pc:spChg>
      </pc:sldChg>
      <pc:sldChg chg="modSp">
        <pc:chgData name="Paula Jungåker" userId="Jp51DZr2S3O2Kq/fECI9vz/Rf/nX3kiUVMBM7w9AVas=" providerId="None" clId="Web-{1721D0E0-114B-4FAD-8862-F47D893E7F46}" dt="2025-02-25T16:27:28.139" v="44" actId="20577"/>
        <pc:sldMkLst>
          <pc:docMk/>
          <pc:sldMk cId="2723660038" sldId="502"/>
        </pc:sldMkLst>
        <pc:spChg chg="mod">
          <ac:chgData name="Paula Jungåker" userId="Jp51DZr2S3O2Kq/fECI9vz/Rf/nX3kiUVMBM7w9AVas=" providerId="None" clId="Web-{1721D0E0-114B-4FAD-8862-F47D893E7F46}" dt="2025-02-25T16:27:28.139" v="44" actId="20577"/>
          <ac:spMkLst>
            <pc:docMk/>
            <pc:sldMk cId="2723660038" sldId="502"/>
            <ac:spMk id="13" creationId="{C925B795-2ABB-FD40-8AAA-F973F885CBBD}"/>
          </ac:spMkLst>
        </pc:spChg>
      </pc:sldChg>
      <pc:sldChg chg="modSp">
        <pc:chgData name="Paula Jungåker" userId="Jp51DZr2S3O2Kq/fECI9vz/Rf/nX3kiUVMBM7w9AVas=" providerId="None" clId="Web-{1721D0E0-114B-4FAD-8862-F47D893E7F46}" dt="2025-02-25T16:30:01.457" v="63" actId="20577"/>
        <pc:sldMkLst>
          <pc:docMk/>
          <pc:sldMk cId="620547624" sldId="503"/>
        </pc:sldMkLst>
        <pc:spChg chg="mod">
          <ac:chgData name="Paula Jungåker" userId="Jp51DZr2S3O2Kq/fECI9vz/Rf/nX3kiUVMBM7w9AVas=" providerId="None" clId="Web-{1721D0E0-114B-4FAD-8862-F47D893E7F46}" dt="2025-02-25T16:30:01.457" v="63" actId="20577"/>
          <ac:spMkLst>
            <pc:docMk/>
            <pc:sldMk cId="620547624" sldId="503"/>
            <ac:spMk id="2" creationId="{7EECBC22-7AFB-704E-9208-6D6960437622}"/>
          </ac:spMkLst>
        </pc:spChg>
      </pc:sldChg>
    </pc:docChg>
  </pc:docChgLst>
  <pc:docChgLst>
    <pc:chgData name="Paula Jungåker" userId="Jp51DZr2S3O2Kq/fECI9vz/Rf/nX3kiUVMBM7w9AVas=" providerId="None" clId="Web-{F570B756-F7B9-4915-971C-69B653B66218}"/>
    <pc:docChg chg="modSld">
      <pc:chgData name="Paula Jungåker" userId="Jp51DZr2S3O2Kq/fECI9vz/Rf/nX3kiUVMBM7w9AVas=" providerId="None" clId="Web-{F570B756-F7B9-4915-971C-69B653B66218}" dt="2025-02-25T10:45:21.308" v="82" actId="20577"/>
      <pc:docMkLst>
        <pc:docMk/>
      </pc:docMkLst>
      <pc:sldChg chg="modSp">
        <pc:chgData name="Paula Jungåker" userId="Jp51DZr2S3O2Kq/fECI9vz/Rf/nX3kiUVMBM7w9AVas=" providerId="None" clId="Web-{F570B756-F7B9-4915-971C-69B653B66218}" dt="2025-02-25T10:20:30.141" v="13" actId="20577"/>
        <pc:sldMkLst>
          <pc:docMk/>
          <pc:sldMk cId="3136698234" sldId="368"/>
        </pc:sldMkLst>
        <pc:spChg chg="mod">
          <ac:chgData name="Paula Jungåker" userId="Jp51DZr2S3O2Kq/fECI9vz/Rf/nX3kiUVMBM7w9AVas=" providerId="None" clId="Web-{F570B756-F7B9-4915-971C-69B653B66218}" dt="2025-02-25T10:20:30.141" v="13" actId="20577"/>
          <ac:spMkLst>
            <pc:docMk/>
            <pc:sldMk cId="3136698234" sldId="368"/>
            <ac:spMk id="9" creationId="{E7E54EDD-1FA1-D44F-BB93-6BDF9FA6FB78}"/>
          </ac:spMkLst>
        </pc:spChg>
        <pc:spChg chg="mod">
          <ac:chgData name="Paula Jungåker" userId="Jp51DZr2S3O2Kq/fECI9vz/Rf/nX3kiUVMBM7w9AVas=" providerId="None" clId="Web-{F570B756-F7B9-4915-971C-69B653B66218}" dt="2025-02-25T10:18:02.371" v="11" actId="20577"/>
          <ac:spMkLst>
            <pc:docMk/>
            <pc:sldMk cId="3136698234" sldId="368"/>
            <ac:spMk id="20" creationId="{9641C067-7270-F24C-BD05-273E36EC3E96}"/>
          </ac:spMkLst>
        </pc:spChg>
      </pc:sldChg>
      <pc:sldChg chg="modSp">
        <pc:chgData name="Paula Jungåker" userId="Jp51DZr2S3O2Kq/fECI9vz/Rf/nX3kiUVMBM7w9AVas=" providerId="None" clId="Web-{F570B756-F7B9-4915-971C-69B653B66218}" dt="2025-02-25T10:34:46.103" v="35" actId="20577"/>
        <pc:sldMkLst>
          <pc:docMk/>
          <pc:sldMk cId="2185990709" sldId="371"/>
        </pc:sldMkLst>
        <pc:spChg chg="mod">
          <ac:chgData name="Paula Jungåker" userId="Jp51DZr2S3O2Kq/fECI9vz/Rf/nX3kiUVMBM7w9AVas=" providerId="None" clId="Web-{F570B756-F7B9-4915-971C-69B653B66218}" dt="2025-02-25T10:34:46.103" v="35" actId="20577"/>
          <ac:spMkLst>
            <pc:docMk/>
            <pc:sldMk cId="2185990709" sldId="371"/>
            <ac:spMk id="5" creationId="{CDEEA927-DD85-CD47-9150-4948302CFF02}"/>
          </ac:spMkLst>
        </pc:spChg>
        <pc:spChg chg="mod">
          <ac:chgData name="Paula Jungåker" userId="Jp51DZr2S3O2Kq/fECI9vz/Rf/nX3kiUVMBM7w9AVas=" providerId="None" clId="Web-{F570B756-F7B9-4915-971C-69B653B66218}" dt="2025-02-25T10:33:17.803" v="27" actId="20577"/>
          <ac:spMkLst>
            <pc:docMk/>
            <pc:sldMk cId="2185990709" sldId="371"/>
            <ac:spMk id="12" creationId="{D5BCAF09-A901-8943-8736-E99BD8AA9E63}"/>
          </ac:spMkLst>
        </pc:spChg>
      </pc:sldChg>
      <pc:sldChg chg="modSp">
        <pc:chgData name="Paula Jungåker" userId="Jp51DZr2S3O2Kq/fECI9vz/Rf/nX3kiUVMBM7w9AVas=" providerId="None" clId="Web-{F570B756-F7B9-4915-971C-69B653B66218}" dt="2025-02-25T10:45:21.308" v="82" actId="20577"/>
        <pc:sldMkLst>
          <pc:docMk/>
          <pc:sldMk cId="3123923809" sldId="501"/>
        </pc:sldMkLst>
        <pc:spChg chg="mod">
          <ac:chgData name="Paula Jungåker" userId="Jp51DZr2S3O2Kq/fECI9vz/Rf/nX3kiUVMBM7w9AVas=" providerId="None" clId="Web-{F570B756-F7B9-4915-971C-69B653B66218}" dt="2025-02-25T10:45:21.308" v="82" actId="20577"/>
          <ac:spMkLst>
            <pc:docMk/>
            <pc:sldMk cId="3123923809" sldId="501"/>
            <ac:spMk id="13" creationId="{35F7A8FA-423D-914D-AAB3-37E6BBEC61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F518D-D1B5-2545-B50F-6E9BBD888BCB}" type="datetimeFigureOut">
              <a:rPr lang="sv-SE" smtClean="0"/>
              <a:t>2025-02-26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415C0-1913-C443-8074-00E9371329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97789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415C0-1913-C443-8074-00E93713293E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4039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415C0-1913-C443-8074-00E93713293E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3457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A80A-1BE6-40A2-A134-482AAF037DFC}" type="datetime1">
              <a:rPr lang="sv-SE" smtClean="0"/>
              <a:t>2025-02-26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32805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DF21-0883-43EC-91D5-C9424F5F8865}" type="datetime1">
              <a:rPr lang="sv-SE" smtClean="0"/>
              <a:t>2025-02-26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783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40AB-E0B5-43CC-810E-D003D1BC6DFA}" type="datetime1">
              <a:rPr lang="sv-SE" smtClean="0"/>
              <a:t>2025-02-26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8217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5E01-A5E8-46B2-A7EB-D7DFD4EA7399}" type="datetime1">
              <a:rPr lang="sv-SE" smtClean="0"/>
              <a:t>2025-02-26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102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B0D4C-FCD8-4E77-B860-C0B2F667CB83}" type="datetime1">
              <a:rPr lang="sv-SE" smtClean="0"/>
              <a:t>2025-02-26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4679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76126-DB9B-4BAA-A376-2217548CABED}" type="datetime1">
              <a:rPr lang="sv-SE" smtClean="0"/>
              <a:t>2025-02-26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122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E6F0-24C7-41D4-B8C8-643F3434D7A8}" type="datetime1">
              <a:rPr lang="sv-SE" smtClean="0"/>
              <a:t>2025-02-26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216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8CBC-F4EE-4838-AACD-F1AC7E759B58}" type="datetime1">
              <a:rPr lang="sv-SE" smtClean="0"/>
              <a:t>2025-02-26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030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326A1-37BC-420F-86B7-C725CF2D32F4}" type="datetime1">
              <a:rPr lang="sv-SE" smtClean="0"/>
              <a:t>2025-02-26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6427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35E4-5849-42AC-A5E1-3E5BA8AE7326}" type="datetime1">
              <a:rPr lang="sv-SE" smtClean="0"/>
              <a:t>2025-02-26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388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D217-3DCE-44BA-ACD5-81FAAB86E102}" type="datetime1">
              <a:rPr lang="sv-SE" smtClean="0"/>
              <a:t>2025-02-26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0006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A230D-E3B8-4437-A196-7E6D616735AA}" type="datetime1">
              <a:rPr lang="sv-SE" smtClean="0"/>
              <a:t>2025-02-26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48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ruta 11">
            <a:extLst>
              <a:ext uri="{FF2B5EF4-FFF2-40B4-BE49-F238E27FC236}">
                <a16:creationId xmlns:a16="http://schemas.microsoft.com/office/drawing/2014/main" id="{F15FD6BF-CC30-43C5-AC4C-78E43C405451}"/>
              </a:ext>
            </a:extLst>
          </p:cNvPr>
          <p:cNvSpPr txBox="1"/>
          <p:nvPr/>
        </p:nvSpPr>
        <p:spPr>
          <a:xfrm>
            <a:off x="177174" y="1422978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Frukost</a:t>
            </a:r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95E5F092-0F5D-723B-359F-8A4FEE34AE49}"/>
              </a:ext>
            </a:extLst>
          </p:cNvPr>
          <p:cNvSpPr txBox="1"/>
          <p:nvPr/>
        </p:nvSpPr>
        <p:spPr>
          <a:xfrm>
            <a:off x="94595" y="330759"/>
            <a:ext cx="68141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800" dirty="0">
                <a:latin typeface="BigCaslonFB" panose="02000603080000020003" pitchFamily="50" charset="0"/>
              </a:rPr>
              <a:t>RECEPT v. 1</a:t>
            </a:r>
          </a:p>
          <a:p>
            <a:r>
              <a:rPr lang="sv-SE" sz="2800" dirty="0" err="1">
                <a:latin typeface="BigCaslonFB" panose="02000603080000020003" pitchFamily="50" charset="0"/>
              </a:rPr>
              <a:t>Functional</a:t>
            </a:r>
            <a:r>
              <a:rPr lang="sv-SE" sz="2800" dirty="0">
                <a:latin typeface="BigCaslonFB" panose="02000603080000020003" pitchFamily="50" charset="0"/>
              </a:rPr>
              <a:t> </a:t>
            </a:r>
            <a:r>
              <a:rPr lang="sv-SE" sz="2800" dirty="0" err="1">
                <a:latin typeface="BigCaslonFB" panose="02000603080000020003" pitchFamily="50" charset="0"/>
              </a:rPr>
              <a:t>Flow</a:t>
            </a:r>
            <a:endParaRPr lang="sv-SE" sz="2800" dirty="0">
              <a:latin typeface="BigCaslonFB" panose="02000603080000020003" pitchFamily="50" charset="0"/>
            </a:endParaRPr>
          </a:p>
        </p:txBody>
      </p:sp>
      <p:cxnSp>
        <p:nvCxnSpPr>
          <p:cNvPr id="3" name="Rak koppling 2">
            <a:extLst>
              <a:ext uri="{FF2B5EF4-FFF2-40B4-BE49-F238E27FC236}">
                <a16:creationId xmlns:a16="http://schemas.microsoft.com/office/drawing/2014/main" id="{23ABB56F-1DE2-40DD-CB7B-08E8DD7BF20F}"/>
              </a:ext>
            </a:extLst>
          </p:cNvPr>
          <p:cNvCxnSpPr>
            <a:cxnSpLocks/>
          </p:cNvCxnSpPr>
          <p:nvPr/>
        </p:nvCxnSpPr>
        <p:spPr>
          <a:xfrm flipV="1">
            <a:off x="-50815" y="175928"/>
            <a:ext cx="6875766" cy="7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Rak koppling 4">
            <a:extLst>
              <a:ext uri="{FF2B5EF4-FFF2-40B4-BE49-F238E27FC236}">
                <a16:creationId xmlns:a16="http://schemas.microsoft.com/office/drawing/2014/main" id="{6DB80FA7-3373-94E0-A093-91846E7D6631}"/>
              </a:ext>
            </a:extLst>
          </p:cNvPr>
          <p:cNvCxnSpPr>
            <a:cxnSpLocks/>
          </p:cNvCxnSpPr>
          <p:nvPr/>
        </p:nvCxnSpPr>
        <p:spPr>
          <a:xfrm flipV="1">
            <a:off x="21755" y="1346779"/>
            <a:ext cx="6843163" cy="641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Platshållare för bildnummer 10">
            <a:extLst>
              <a:ext uri="{FF2B5EF4-FFF2-40B4-BE49-F238E27FC236}">
                <a16:creationId xmlns:a16="http://schemas.microsoft.com/office/drawing/2014/main" id="{C9C33FCE-78BF-62D1-0F45-0A991C93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72643" y="8667028"/>
            <a:ext cx="1600200" cy="486833"/>
          </a:xfrm>
        </p:spPr>
        <p:txBody>
          <a:bodyPr/>
          <a:lstStyle/>
          <a:p>
            <a:fld id="{97BA8967-5D92-4842-BAFB-0C8F679E5DC4}" type="slidenum">
              <a:rPr lang="sv-SE" sz="900" smtClean="0"/>
              <a:t>1</a:t>
            </a:fld>
            <a:endParaRPr lang="sv-SE" sz="900" dirty="0"/>
          </a:p>
        </p:txBody>
      </p:sp>
      <p:sp>
        <p:nvSpPr>
          <p:cNvPr id="22" name="Ellips 21">
            <a:extLst>
              <a:ext uri="{FF2B5EF4-FFF2-40B4-BE49-F238E27FC236}">
                <a16:creationId xmlns:a16="http://schemas.microsoft.com/office/drawing/2014/main" id="{4092D12D-9A98-7844-8117-FBBAD82A9935}"/>
              </a:ext>
            </a:extLst>
          </p:cNvPr>
          <p:cNvSpPr/>
          <p:nvPr/>
        </p:nvSpPr>
        <p:spPr>
          <a:xfrm>
            <a:off x="5558418" y="6370180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ea typeface="ＭＳ 明朝"/>
                <a:cs typeface="Avenir Light"/>
              </a:rPr>
              <a:t>302kcal</a:t>
            </a:r>
            <a:endParaRPr sz="1200" b="1" dirty="0">
              <a:ea typeface="ＭＳ 明朝"/>
              <a:cs typeface="Avenir Light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7781333F-5E44-E440-A496-CD0EF626A137}"/>
              </a:ext>
            </a:extLst>
          </p:cNvPr>
          <p:cNvSpPr/>
          <p:nvPr/>
        </p:nvSpPr>
        <p:spPr>
          <a:xfrm>
            <a:off x="132189" y="2007782"/>
            <a:ext cx="331114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100" b="1" dirty="0" err="1">
                <a:solidFill>
                  <a:srgbClr val="000000"/>
                </a:solidFill>
              </a:rPr>
              <a:t>Bovetegranola</a:t>
            </a:r>
            <a:r>
              <a:rPr lang="sv-SE" sz="1100" b="1" dirty="0">
                <a:solidFill>
                  <a:srgbClr val="000000"/>
                </a:solidFill>
              </a:rPr>
              <a:t> - 18 portioner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2,5 dl hel bovete</a:t>
            </a:r>
          </a:p>
          <a:p>
            <a:r>
              <a:rPr lang="sv-SE" sz="1100" dirty="0">
                <a:solidFill>
                  <a:srgbClr val="000000"/>
                </a:solidFill>
              </a:rPr>
              <a:t>5 dl kokande vatten</a:t>
            </a:r>
          </a:p>
          <a:p>
            <a:r>
              <a:rPr lang="sv-SE" sz="1100" dirty="0">
                <a:solidFill>
                  <a:srgbClr val="000000"/>
                </a:solidFill>
              </a:rPr>
              <a:t>3 dl havregryn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dl blandade nötter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dl solrosfrön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krm salt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msk vaniljsocker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dl kokosolja</a:t>
            </a:r>
          </a:p>
          <a:p>
            <a:r>
              <a:rPr lang="sv-SE" sz="1100" dirty="0">
                <a:solidFill>
                  <a:srgbClr val="000000"/>
                </a:solidFill>
              </a:rPr>
              <a:t>3 msk honung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dl riven kokos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dl kokosskivor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1,5 dl torkad papaya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Sätt ugnen på 200 grader. Lägg bovete i en skål med kokande vatten i 10 min. Häll av vattnet och skölj bovetet. Lägg bovete, havregryn, nötter och frön på en ugnsplåt. Strö på salt och vaniljsocker. Hetta upp kokosolja i en kastrull och tillsätt honung. Höll allt över plåten och blanda om ordentligt. Sätt in plåten i ugnen i 20 minuter. Rör om då och då så inget bränns. Blanda ner kokos och torkad papaya. </a:t>
            </a:r>
          </a:p>
          <a:p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  <a:effectLst/>
            </a:endParaRPr>
          </a:p>
        </p:txBody>
      </p:sp>
      <p:pic>
        <p:nvPicPr>
          <p:cNvPr id="14" name="Bildobjekt 13">
            <a:extLst>
              <a:ext uri="{FF2B5EF4-FFF2-40B4-BE49-F238E27FC236}">
                <a16:creationId xmlns:a16="http://schemas.microsoft.com/office/drawing/2014/main" id="{1317FAE2-90D4-1C44-ADD9-A99F27021C1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135731" y="2173887"/>
            <a:ext cx="3873824" cy="2905368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A4A00F77-AC07-2647-81B4-897E1230FE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174" y="5804358"/>
            <a:ext cx="2287057" cy="3049409"/>
          </a:xfrm>
          <a:prstGeom prst="rect">
            <a:avLst/>
          </a:prstGeom>
        </p:spPr>
      </p:pic>
      <p:sp>
        <p:nvSpPr>
          <p:cNvPr id="16" name="Ellips 15">
            <a:extLst>
              <a:ext uri="{FF2B5EF4-FFF2-40B4-BE49-F238E27FC236}">
                <a16:creationId xmlns:a16="http://schemas.microsoft.com/office/drawing/2014/main" id="{7FBDD2F6-8F69-9848-974A-84EE249DC82F}"/>
              </a:ext>
            </a:extLst>
          </p:cNvPr>
          <p:cNvSpPr/>
          <p:nvPr/>
        </p:nvSpPr>
        <p:spPr>
          <a:xfrm>
            <a:off x="2247913" y="3148734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209kcal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837FDDB4-0199-934B-AADB-EDCCAE761552}"/>
              </a:ext>
            </a:extLst>
          </p:cNvPr>
          <p:cNvSpPr txBox="1"/>
          <p:nvPr/>
        </p:nvSpPr>
        <p:spPr>
          <a:xfrm>
            <a:off x="2876563" y="6100188"/>
            <a:ext cx="246734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 b="1" dirty="0"/>
              <a:t>Keso med </a:t>
            </a:r>
            <a:r>
              <a:rPr lang="sv-SE" sz="1100" b="1" dirty="0" err="1"/>
              <a:t>bovetegranola</a:t>
            </a:r>
            <a:r>
              <a:rPr lang="sv-SE" sz="1100" b="1" dirty="0"/>
              <a:t> – 1 portion</a:t>
            </a:r>
          </a:p>
          <a:p>
            <a:r>
              <a:rPr lang="sv-SE" sz="1100" dirty="0"/>
              <a:t>1 dl keso, 4%</a:t>
            </a:r>
          </a:p>
          <a:p>
            <a:r>
              <a:rPr lang="sv-SE" sz="1100" dirty="0"/>
              <a:t>¾ dl </a:t>
            </a:r>
            <a:r>
              <a:rPr lang="sv-SE" sz="1100" dirty="0" err="1"/>
              <a:t>bovetegranola</a:t>
            </a:r>
            <a:endParaRPr lang="sv-SE" sz="1100" dirty="0"/>
          </a:p>
          <a:p>
            <a:endParaRPr lang="sv-SE" sz="1100" dirty="0"/>
          </a:p>
          <a:p>
            <a:r>
              <a:rPr lang="sv-SE" sz="1100" dirty="0"/>
              <a:t>Lägg keso i en skål och strö på </a:t>
            </a:r>
            <a:r>
              <a:rPr lang="sv-SE" sz="1100" dirty="0" err="1"/>
              <a:t>granolan</a:t>
            </a:r>
            <a:r>
              <a:rPr lang="sv-SE" sz="1100" dirty="0"/>
              <a:t>.</a:t>
            </a:r>
          </a:p>
        </p:txBody>
      </p:sp>
      <p:sp>
        <p:nvSpPr>
          <p:cNvPr id="17" name="Platshållare för sidfot 1">
            <a:extLst>
              <a:ext uri="{FF2B5EF4-FFF2-40B4-BE49-F238E27FC236}">
                <a16:creationId xmlns:a16="http://schemas.microsoft.com/office/drawing/2014/main" id="{49623AE1-E027-F249-A214-A1DAEB48B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378809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ktangel 19">
            <a:extLst>
              <a:ext uri="{FF2B5EF4-FFF2-40B4-BE49-F238E27FC236}">
                <a16:creationId xmlns:a16="http://schemas.microsoft.com/office/drawing/2014/main" id="{9641C067-7270-F24C-BD05-273E36EC3E96}"/>
              </a:ext>
            </a:extLst>
          </p:cNvPr>
          <p:cNvSpPr/>
          <p:nvPr/>
        </p:nvSpPr>
        <p:spPr>
          <a:xfrm>
            <a:off x="391413" y="1636264"/>
            <a:ext cx="6430517" cy="34778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cs typeface="Avenir Light"/>
              </a:rPr>
              <a:t>Äggröra med asiatisk avokadosallad – 1 portion</a:t>
            </a:r>
            <a:endParaRPr lang="sv-SE" sz="1100" dirty="0">
              <a:cs typeface="Avenir Light"/>
            </a:endParaRPr>
          </a:p>
          <a:p>
            <a:r>
              <a:rPr lang="sv-SE" sz="1100" dirty="0">
                <a:cs typeface="Avenir Light"/>
              </a:rPr>
              <a:t>½ avokado</a:t>
            </a:r>
          </a:p>
          <a:p>
            <a:r>
              <a:rPr lang="sv-SE" sz="1100" dirty="0">
                <a:cs typeface="Avenir Light"/>
              </a:rPr>
              <a:t>10 cm gurka </a:t>
            </a:r>
          </a:p>
          <a:p>
            <a:r>
              <a:rPr lang="sv-SE" sz="1100" dirty="0">
                <a:cs typeface="Avenir Light"/>
              </a:rPr>
              <a:t>¼ röd paprika</a:t>
            </a:r>
          </a:p>
          <a:p>
            <a:r>
              <a:rPr lang="sv-SE" sz="1100" dirty="0">
                <a:cs typeface="Avenir Light"/>
              </a:rPr>
              <a:t>1 msk rödlök</a:t>
            </a:r>
          </a:p>
          <a:p>
            <a:r>
              <a:rPr lang="sv-SE" sz="1100" dirty="0">
                <a:cs typeface="Avenir Light"/>
              </a:rPr>
              <a:t>1 tsk olivolja</a:t>
            </a:r>
          </a:p>
          <a:p>
            <a:r>
              <a:rPr lang="sv-SE" sz="1100" dirty="0">
                <a:cs typeface="Avenir Light"/>
              </a:rPr>
              <a:t>¼ lime </a:t>
            </a:r>
          </a:p>
          <a:p>
            <a:r>
              <a:rPr lang="sv-SE" sz="1100" dirty="0">
                <a:cs typeface="Avenir Light"/>
              </a:rPr>
              <a:t>1 msk koriander</a:t>
            </a:r>
            <a:endParaRPr lang="sv-SE" sz="1100" dirty="0">
              <a:ea typeface="Calibri"/>
              <a:cs typeface="Avenir Light"/>
            </a:endParaRPr>
          </a:p>
          <a:p>
            <a:r>
              <a:rPr lang="sv-SE" sz="1100" dirty="0">
                <a:cs typeface="Avenir Light"/>
              </a:rPr>
              <a:t>2 </a:t>
            </a:r>
            <a:r>
              <a:rPr lang="sv-SE" sz="1100" dirty="0" err="1">
                <a:cs typeface="Avenir Light"/>
              </a:rPr>
              <a:t>st</a:t>
            </a:r>
            <a:r>
              <a:rPr lang="sv-SE" sz="1100" dirty="0">
                <a:cs typeface="Avenir Light"/>
              </a:rPr>
              <a:t> physalis </a:t>
            </a:r>
            <a:endParaRPr lang="sv-SE"/>
          </a:p>
          <a:p>
            <a:r>
              <a:rPr lang="sv-SE" sz="1100" dirty="0">
                <a:cs typeface="Avenir Light"/>
              </a:rPr>
              <a:t>2 ägg</a:t>
            </a:r>
          </a:p>
          <a:p>
            <a:r>
              <a:rPr lang="sv-SE" sz="1100" dirty="0">
                <a:cs typeface="Avenir Light"/>
              </a:rPr>
              <a:t>½ msk vispgrädde</a:t>
            </a:r>
          </a:p>
          <a:p>
            <a:r>
              <a:rPr lang="sv-SE" sz="1100" dirty="0">
                <a:cs typeface="Avenir Light"/>
              </a:rPr>
              <a:t>Salt och svartpeppar</a:t>
            </a:r>
          </a:p>
          <a:p>
            <a:r>
              <a:rPr lang="sv-SE" sz="1100" dirty="0">
                <a:cs typeface="Avenir Light"/>
              </a:rPr>
              <a:t>1 tsk smör</a:t>
            </a:r>
          </a:p>
          <a:p>
            <a:endParaRPr lang="sv-SE" sz="1100" b="1" dirty="0">
              <a:cs typeface="Avenir Light"/>
            </a:endParaRPr>
          </a:p>
          <a:p>
            <a:r>
              <a:rPr lang="sv-SE" sz="1100" b="1" dirty="0" err="1">
                <a:cs typeface="Avenir Light"/>
              </a:rPr>
              <a:t>Topping</a:t>
            </a:r>
            <a:r>
              <a:rPr lang="sv-SE" sz="1100" b="1" dirty="0">
                <a:cs typeface="Avenir Light"/>
              </a:rPr>
              <a:t>: </a:t>
            </a:r>
            <a:r>
              <a:rPr lang="sv-SE" sz="1100" dirty="0">
                <a:cs typeface="Avenir Light"/>
              </a:rPr>
              <a:t>1 physalis och 1 dl böngroddar</a:t>
            </a:r>
          </a:p>
          <a:p>
            <a:endParaRPr lang="sv-SE" sz="1100" dirty="0">
              <a:cs typeface="Avenir Light"/>
            </a:endParaRPr>
          </a:p>
          <a:p>
            <a:r>
              <a:rPr lang="sv-SE" sz="1100" dirty="0">
                <a:cs typeface="Avenir Light"/>
              </a:rPr>
              <a:t>Hacka avokado, gurka och röd paprika och lägg ner i en skål. Skala och finhacka lök. Tillsätt olja och limesaft. Finhacka koriander. Dela physalis i två delar och blanda ner. Vispa ihop ägg med grädde, salt och peppar i en skål. Hetta upp en stekpanna med smör och häll ner smeten. Rör om med en trägaffel ca 30 sek. Lägg upp äggröran på en tallrik och servera med avokadosalladen. Toppa med 1 physalis. Servera med böngroddar.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EA745202-70D2-4822-9DF5-D98FE15317DA}"/>
              </a:ext>
            </a:extLst>
          </p:cNvPr>
          <p:cNvSpPr txBox="1"/>
          <p:nvPr/>
        </p:nvSpPr>
        <p:spPr>
          <a:xfrm>
            <a:off x="391413" y="345219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Frukost</a:t>
            </a:r>
          </a:p>
        </p:txBody>
      </p:sp>
      <p:sp>
        <p:nvSpPr>
          <p:cNvPr id="3" name="Platshållare för bildnummer 2">
            <a:extLst>
              <a:ext uri="{FF2B5EF4-FFF2-40B4-BE49-F238E27FC236}">
                <a16:creationId xmlns:a16="http://schemas.microsoft.com/office/drawing/2014/main" id="{951B1928-3D89-295A-9AE2-0F50731B4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68259" y="8634484"/>
            <a:ext cx="1600200" cy="486833"/>
          </a:xfrm>
        </p:spPr>
        <p:txBody>
          <a:bodyPr/>
          <a:lstStyle/>
          <a:p>
            <a:fld id="{97BA8967-5D92-4842-BAFB-0C8F679E5DC4}" type="slidenum">
              <a:rPr lang="sv-SE" sz="900" smtClean="0"/>
              <a:t>2</a:t>
            </a:fld>
            <a:endParaRPr lang="sv-SE" sz="900" dirty="0"/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0431FA3A-9D7F-204C-8091-A94168729721}"/>
              </a:ext>
            </a:extLst>
          </p:cNvPr>
          <p:cNvSpPr txBox="1"/>
          <p:nvPr/>
        </p:nvSpPr>
        <p:spPr>
          <a:xfrm>
            <a:off x="391413" y="1266932"/>
            <a:ext cx="2212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66 </a:t>
            </a:r>
            <a:r>
              <a:rPr lang="sv-SE" dirty="0" err="1"/>
              <a:t>day</a:t>
            </a:r>
            <a:r>
              <a:rPr lang="sv-SE" dirty="0"/>
              <a:t> </a:t>
            </a:r>
            <a:r>
              <a:rPr lang="sv-SE" dirty="0" err="1"/>
              <a:t>challenge</a:t>
            </a:r>
            <a:r>
              <a:rPr lang="sv-SE" dirty="0"/>
              <a:t> </a:t>
            </a:r>
            <a:r>
              <a:rPr lang="sv-SE" dirty="0" err="1"/>
              <a:t>keto</a:t>
            </a:r>
            <a:endParaRPr lang="sv-SE" dirty="0"/>
          </a:p>
        </p:txBody>
      </p:sp>
      <p:sp>
        <p:nvSpPr>
          <p:cNvPr id="19" name="Ellips 18">
            <a:extLst>
              <a:ext uri="{FF2B5EF4-FFF2-40B4-BE49-F238E27FC236}">
                <a16:creationId xmlns:a16="http://schemas.microsoft.com/office/drawing/2014/main" id="{BC805C32-135A-AB4C-AB75-475E4D5FD20C}"/>
              </a:ext>
            </a:extLst>
          </p:cNvPr>
          <p:cNvSpPr/>
          <p:nvPr/>
        </p:nvSpPr>
        <p:spPr>
          <a:xfrm>
            <a:off x="2727940" y="2022094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438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21" name="Bildobjekt 20">
            <a:extLst>
              <a:ext uri="{FF2B5EF4-FFF2-40B4-BE49-F238E27FC236}">
                <a16:creationId xmlns:a16="http://schemas.microsoft.com/office/drawing/2014/main" id="{B61734E2-7EE2-3244-B379-977EF8655FC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340799" y="799168"/>
            <a:ext cx="3898252" cy="2923690"/>
          </a:xfrm>
          <a:prstGeom prst="rect">
            <a:avLst/>
          </a:prstGeom>
        </p:spPr>
      </p:pic>
      <p:sp>
        <p:nvSpPr>
          <p:cNvPr id="9" name="Rektangel 8">
            <a:extLst>
              <a:ext uri="{FF2B5EF4-FFF2-40B4-BE49-F238E27FC236}">
                <a16:creationId xmlns:a16="http://schemas.microsoft.com/office/drawing/2014/main" id="{E7E54EDD-1FA1-D44F-BB93-6BDF9FA6FB78}"/>
              </a:ext>
            </a:extLst>
          </p:cNvPr>
          <p:cNvSpPr/>
          <p:nvPr/>
        </p:nvSpPr>
        <p:spPr>
          <a:xfrm>
            <a:off x="3246295" y="5534516"/>
            <a:ext cx="3429000" cy="2800767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000000"/>
                </a:solidFill>
              </a:rPr>
              <a:t>Choklad- och </a:t>
            </a:r>
            <a:r>
              <a:rPr lang="sv-SE" sz="1100" b="1" dirty="0" err="1">
                <a:solidFill>
                  <a:srgbClr val="000000"/>
                </a:solidFill>
              </a:rPr>
              <a:t>kokoschiapudding</a:t>
            </a:r>
            <a:r>
              <a:rPr lang="sv-SE" sz="1100" b="1" dirty="0">
                <a:solidFill>
                  <a:srgbClr val="000000"/>
                </a:solidFill>
              </a:rPr>
              <a:t> - 2 portioner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4 msk </a:t>
            </a:r>
            <a:r>
              <a:rPr lang="sv-SE" sz="1100" dirty="0" err="1">
                <a:solidFill>
                  <a:srgbClr val="000000"/>
                </a:solidFill>
              </a:rPr>
              <a:t>chiafrön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4 dl mandelmjölk</a:t>
            </a:r>
          </a:p>
          <a:p>
            <a:r>
              <a:rPr lang="sv-SE" sz="1100" dirty="0">
                <a:solidFill>
                  <a:srgbClr val="000000"/>
                </a:solidFill>
              </a:rPr>
              <a:t>0,5 tsk vaniljpulver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msk honung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tsk kakao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msk riven kokos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 err="1">
                <a:solidFill>
                  <a:srgbClr val="000000"/>
                </a:solidFill>
              </a:rPr>
              <a:t>Topping</a:t>
            </a:r>
            <a:endParaRPr lang="sv-SE" sz="1100" b="1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2 msk </a:t>
            </a:r>
            <a:r>
              <a:rPr lang="sv-SE" sz="1100" dirty="0" err="1">
                <a:solidFill>
                  <a:srgbClr val="000000"/>
                </a:solidFill>
              </a:rPr>
              <a:t>bovetegranola</a:t>
            </a:r>
            <a:endParaRPr lang="sv-SE" sz="1100" dirty="0" err="1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2 jordgubbar</a:t>
            </a:r>
          </a:p>
          <a:p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Blanda alla ingredienserna i en bunke på kvällen och låt stå i kylskåpet över natten. Rör om ordentlig innan servering.  Toppa med </a:t>
            </a:r>
            <a:r>
              <a:rPr lang="sv-SE" sz="1100" dirty="0" err="1">
                <a:solidFill>
                  <a:srgbClr val="000000"/>
                </a:solidFill>
              </a:rPr>
              <a:t>granola</a:t>
            </a:r>
            <a:r>
              <a:rPr lang="sv-SE" sz="1100" dirty="0">
                <a:solidFill>
                  <a:srgbClr val="000000"/>
                </a:solidFill>
              </a:rPr>
              <a:t> och färska  jordgubbar. </a:t>
            </a:r>
            <a:endParaRPr lang="sv-SE" sz="1100" dirty="0">
              <a:solidFill>
                <a:srgbClr val="000000"/>
              </a:solidFill>
              <a:effectLst/>
            </a:endParaRPr>
          </a:p>
        </p:txBody>
      </p:sp>
      <p:sp>
        <p:nvSpPr>
          <p:cNvPr id="10" name="Ellips 9">
            <a:extLst>
              <a:ext uri="{FF2B5EF4-FFF2-40B4-BE49-F238E27FC236}">
                <a16:creationId xmlns:a16="http://schemas.microsoft.com/office/drawing/2014/main" id="{4A76AC38-D23B-0D49-B8E0-337F5CA3133A}"/>
              </a:ext>
            </a:extLst>
          </p:cNvPr>
          <p:cNvSpPr/>
          <p:nvPr/>
        </p:nvSpPr>
        <p:spPr>
          <a:xfrm>
            <a:off x="5051152" y="6457062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261kcal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B7EB9CA1-DFCB-8644-8F83-02A373B4D8F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0994" y="5719170"/>
            <a:ext cx="3518476" cy="2638857"/>
          </a:xfrm>
          <a:prstGeom prst="rect">
            <a:avLst/>
          </a:prstGeom>
        </p:spPr>
      </p:pic>
      <p:sp>
        <p:nvSpPr>
          <p:cNvPr id="13" name="Platshållare för sidfot 1">
            <a:extLst>
              <a:ext uri="{FF2B5EF4-FFF2-40B4-BE49-F238E27FC236}">
                <a16:creationId xmlns:a16="http://schemas.microsoft.com/office/drawing/2014/main" id="{9C953CB2-89C3-3E40-94A6-F018ADE2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313669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01847725-2484-B84A-8ECD-E48EF6C00A3C}"/>
              </a:ext>
            </a:extLst>
          </p:cNvPr>
          <p:cNvSpPr/>
          <p:nvPr/>
        </p:nvSpPr>
        <p:spPr>
          <a:xfrm>
            <a:off x="239168" y="1315862"/>
            <a:ext cx="303533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100" b="1" dirty="0">
                <a:solidFill>
                  <a:srgbClr val="1A1A1A"/>
                </a:solidFill>
              </a:rPr>
              <a:t>Morot- och kesolimpa – 10 skivor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 morot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äpple</a:t>
            </a:r>
          </a:p>
          <a:p>
            <a:r>
              <a:rPr lang="sv-SE" sz="1100" dirty="0">
                <a:solidFill>
                  <a:srgbClr val="1A1A1A"/>
                </a:solidFill>
              </a:rPr>
              <a:t>4 dl havregryn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dl keso 4%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ägg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dl solroskärnor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tsk bakpulver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En nypa salt</a:t>
            </a: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b="1" dirty="0" err="1">
                <a:solidFill>
                  <a:srgbClr val="1A1A1A"/>
                </a:solidFill>
              </a:rPr>
              <a:t>Topping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 msk vallmofrö</a:t>
            </a:r>
          </a:p>
          <a:p>
            <a:r>
              <a:rPr lang="sv-SE" sz="1100" dirty="0">
                <a:solidFill>
                  <a:srgbClr val="1A1A1A"/>
                </a:solidFill>
              </a:rPr>
              <a:t>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Sätt ugnen på 200 grader. Riv moroten grovt. Blanda ihop alla ingredienser i en skål. Forma till en limpa och lägg på en bakplåtsklädd plåt. Strö på vallmofrön och grädda i ca: 45 minuter. Låt svalna och förvara i frysen.</a:t>
            </a:r>
            <a:endParaRPr lang="sv-SE" sz="1100" dirty="0">
              <a:solidFill>
                <a:srgbClr val="1A1A1A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C6411BE-0591-C244-ADC6-D62D3E4D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3</a:t>
            </a:fld>
            <a:endParaRPr lang="sv-SE"/>
          </a:p>
        </p:txBody>
      </p:sp>
      <p:sp>
        <p:nvSpPr>
          <p:cNvPr id="8" name="Ellips 7">
            <a:extLst>
              <a:ext uri="{FF2B5EF4-FFF2-40B4-BE49-F238E27FC236}">
                <a16:creationId xmlns:a16="http://schemas.microsoft.com/office/drawing/2014/main" id="{28341411-E683-D24F-8CC8-B932D03BD2A5}"/>
              </a:ext>
            </a:extLst>
          </p:cNvPr>
          <p:cNvSpPr/>
          <p:nvPr/>
        </p:nvSpPr>
        <p:spPr>
          <a:xfrm>
            <a:off x="5715000" y="5994004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185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8707E3D6-D352-3A49-9E09-BC365DF83D50}"/>
              </a:ext>
            </a:extLst>
          </p:cNvPr>
          <p:cNvSpPr txBox="1"/>
          <p:nvPr/>
        </p:nvSpPr>
        <p:spPr>
          <a:xfrm>
            <a:off x="239168" y="384592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Frukost</a:t>
            </a:r>
          </a:p>
        </p:txBody>
      </p:sp>
      <p:sp>
        <p:nvSpPr>
          <p:cNvPr id="15" name="Ellips 14">
            <a:extLst>
              <a:ext uri="{FF2B5EF4-FFF2-40B4-BE49-F238E27FC236}">
                <a16:creationId xmlns:a16="http://schemas.microsoft.com/office/drawing/2014/main" id="{B2362384-6887-7842-9667-493FA078C597}"/>
              </a:ext>
            </a:extLst>
          </p:cNvPr>
          <p:cNvSpPr/>
          <p:nvPr/>
        </p:nvSpPr>
        <p:spPr>
          <a:xfrm>
            <a:off x="1894600" y="1666575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137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A0AE57A1-69B3-6A43-973A-8779BF7E9A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820426" y="967560"/>
            <a:ext cx="4402761" cy="3302071"/>
          </a:xfrm>
          <a:prstGeom prst="rect">
            <a:avLst/>
          </a:prstGeom>
        </p:spPr>
      </p:pic>
      <p:pic>
        <p:nvPicPr>
          <p:cNvPr id="12" name="Bildobjekt 11">
            <a:extLst>
              <a:ext uri="{FF2B5EF4-FFF2-40B4-BE49-F238E27FC236}">
                <a16:creationId xmlns:a16="http://schemas.microsoft.com/office/drawing/2014/main" id="{152C990C-D036-724B-8953-EB43CC07A92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164597" y="5274249"/>
            <a:ext cx="3746821" cy="2810116"/>
          </a:xfrm>
          <a:prstGeom prst="rect">
            <a:avLst/>
          </a:prstGeom>
        </p:spPr>
      </p:pic>
      <p:sp>
        <p:nvSpPr>
          <p:cNvPr id="2" name="textruta 1">
            <a:extLst>
              <a:ext uri="{FF2B5EF4-FFF2-40B4-BE49-F238E27FC236}">
                <a16:creationId xmlns:a16="http://schemas.microsoft.com/office/drawing/2014/main" id="{8C511A4C-CEB0-884A-B3CA-BC7E57AF715E}"/>
              </a:ext>
            </a:extLst>
          </p:cNvPr>
          <p:cNvSpPr txBox="1"/>
          <p:nvPr/>
        </p:nvSpPr>
        <p:spPr>
          <a:xfrm>
            <a:off x="3592838" y="5815397"/>
            <a:ext cx="264412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b="1" dirty="0"/>
              <a:t>Färskostmacka med tomat – 1 portion</a:t>
            </a:r>
          </a:p>
          <a:p>
            <a:r>
              <a:rPr lang="sv-SE" sz="1100" dirty="0"/>
              <a:t>1 skiva morot- och kesolimpa</a:t>
            </a:r>
          </a:p>
          <a:p>
            <a:r>
              <a:rPr lang="sv-SE" sz="1100" dirty="0"/>
              <a:t>1 msk </a:t>
            </a:r>
            <a:r>
              <a:rPr lang="sv-SE" sz="1100" dirty="0" err="1"/>
              <a:t>philadelphiaost</a:t>
            </a:r>
            <a:endParaRPr lang="sv-SE" sz="1100" dirty="0"/>
          </a:p>
          <a:p>
            <a:r>
              <a:rPr lang="sv-SE" sz="1100" dirty="0"/>
              <a:t>2 skivor tomat</a:t>
            </a:r>
          </a:p>
          <a:p>
            <a:endParaRPr lang="sv-SE" sz="1100" dirty="0"/>
          </a:p>
          <a:p>
            <a:r>
              <a:rPr lang="sv-SE" sz="1100" dirty="0"/>
              <a:t>Bred på </a:t>
            </a:r>
            <a:r>
              <a:rPr lang="sv-SE" sz="1100" dirty="0" err="1"/>
              <a:t>philadelphiaost</a:t>
            </a:r>
            <a:r>
              <a:rPr lang="sv-SE" sz="1100" dirty="0"/>
              <a:t> på brödet och lägg på tomatskivor.</a:t>
            </a:r>
          </a:p>
        </p:txBody>
      </p:sp>
      <p:sp>
        <p:nvSpPr>
          <p:cNvPr id="16" name="Platshållare för sidfot 1">
            <a:extLst>
              <a:ext uri="{FF2B5EF4-FFF2-40B4-BE49-F238E27FC236}">
                <a16:creationId xmlns:a16="http://schemas.microsoft.com/office/drawing/2014/main" id="{C6984C74-1090-7345-B31B-7C6D006C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19940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6D665FF9-FF04-8B4F-906E-AD281757897A}"/>
              </a:ext>
            </a:extLst>
          </p:cNvPr>
          <p:cNvSpPr/>
          <p:nvPr/>
        </p:nvSpPr>
        <p:spPr>
          <a:xfrm>
            <a:off x="3832670" y="4864834"/>
            <a:ext cx="268243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100" b="1" dirty="0">
                <a:solidFill>
                  <a:srgbClr val="1B1B1B"/>
                </a:solidFill>
              </a:rPr>
              <a:t>Ugnsomelett med keso och bär </a:t>
            </a:r>
          </a:p>
          <a:p>
            <a:r>
              <a:rPr lang="sv-SE" sz="1100" b="1" dirty="0">
                <a:solidFill>
                  <a:srgbClr val="1B1B1B"/>
                </a:solidFill>
              </a:rPr>
              <a:t>- 2 portioner</a:t>
            </a:r>
            <a:endParaRPr lang="sv-SE" sz="1100" dirty="0">
              <a:solidFill>
                <a:srgbClr val="1B1B1B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1/2 tsk olivolja</a:t>
            </a:r>
          </a:p>
          <a:p>
            <a:r>
              <a:rPr lang="sv-SE" sz="1100" dirty="0">
                <a:solidFill>
                  <a:srgbClr val="1B1B1B"/>
                </a:solidFill>
              </a:rPr>
              <a:t>2 1/2 dl keso, 4%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dl grekisk yoghurt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2 ägg</a:t>
            </a:r>
          </a:p>
          <a:p>
            <a:r>
              <a:rPr lang="sv-SE" sz="1100" dirty="0">
                <a:solidFill>
                  <a:srgbClr val="1B1B1B"/>
                </a:solidFill>
              </a:rPr>
              <a:t>2 msk honung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1/4 vaniljpulver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 dl havregryn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 tsk bakpulver</a:t>
            </a:r>
          </a:p>
          <a:p>
            <a:r>
              <a:rPr lang="sv-SE" sz="1100" dirty="0">
                <a:solidFill>
                  <a:srgbClr val="1B1B1B"/>
                </a:solidFill>
              </a:rPr>
              <a:t>2 dl blandade frysta bär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Sätt ugnen på 180 grader. Smörj en mindre ugnsform med olivolja. Lägg ner alla ingredienser i en bunke förutom frysta bär. Mixa smeten slät med en stavmixer. Blanda försiktigt ner hälften av bären i smeten. Häll smeten i ugnsformen och toppa med resten av bären. Grädda omeletten i ugnen i 40 minuter. </a:t>
            </a:r>
            <a:endParaRPr lang="sv-SE" sz="1100" dirty="0">
              <a:solidFill>
                <a:srgbClr val="1B1B1B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C6411BE-0591-C244-ADC6-D62D3E4D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4</a:t>
            </a:fld>
            <a:endParaRPr lang="sv-SE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8707E3D6-D352-3A49-9E09-BC365DF83D50}"/>
              </a:ext>
            </a:extLst>
          </p:cNvPr>
          <p:cNvSpPr txBox="1"/>
          <p:nvPr/>
        </p:nvSpPr>
        <p:spPr>
          <a:xfrm>
            <a:off x="239168" y="384592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Frukost</a:t>
            </a:r>
          </a:p>
        </p:txBody>
      </p:sp>
      <p:sp>
        <p:nvSpPr>
          <p:cNvPr id="20" name="Ellips 19">
            <a:extLst>
              <a:ext uri="{FF2B5EF4-FFF2-40B4-BE49-F238E27FC236}">
                <a16:creationId xmlns:a16="http://schemas.microsoft.com/office/drawing/2014/main" id="{6600278A-7DE7-5142-AD61-2F6C4DA0CD6E}"/>
              </a:ext>
            </a:extLst>
          </p:cNvPr>
          <p:cNvSpPr/>
          <p:nvPr/>
        </p:nvSpPr>
        <p:spPr>
          <a:xfrm>
            <a:off x="5913042" y="5394493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395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C3822966-F6A9-0548-8FB8-F727A020F7AF}"/>
              </a:ext>
            </a:extLst>
          </p:cNvPr>
          <p:cNvSpPr/>
          <p:nvPr/>
        </p:nvSpPr>
        <p:spPr>
          <a:xfrm>
            <a:off x="239168" y="1190503"/>
            <a:ext cx="282949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100" b="1" dirty="0">
                <a:solidFill>
                  <a:srgbClr val="000000"/>
                </a:solidFill>
              </a:rPr>
              <a:t>Omelett med ost och spenat - 1 portion 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2 ägg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msk grädde</a:t>
            </a:r>
          </a:p>
          <a:p>
            <a:r>
              <a:rPr lang="sv-SE" sz="1100" dirty="0">
                <a:solidFill>
                  <a:srgbClr val="000000"/>
                </a:solidFill>
              </a:rPr>
              <a:t>Salt och peppar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dl riven ost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20 g bladspenat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Blanda ägg och grädde i en skål. Strö på salt och peppar. Hetta upp en stekpanna med smör. Häll i omelettsmeten i stekpannan och stek ena sidan på svag värme tills den fått en fin färg . Lägg på riven ost och spenatblad på omeletten. Låt osten smälta och lägg sedan över omeletten på en tallrik. </a:t>
            </a:r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9D1BC04C-5E55-064B-8BF1-E4D6174276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100595" y="766900"/>
            <a:ext cx="3987013" cy="2990260"/>
          </a:xfrm>
          <a:prstGeom prst="rect">
            <a:avLst/>
          </a:prstGeom>
        </p:spPr>
      </p:pic>
      <p:sp>
        <p:nvSpPr>
          <p:cNvPr id="14" name="Ellips 13">
            <a:extLst>
              <a:ext uri="{FF2B5EF4-FFF2-40B4-BE49-F238E27FC236}">
                <a16:creationId xmlns:a16="http://schemas.microsoft.com/office/drawing/2014/main" id="{454CAE70-1C19-D54C-A9B9-44FC40CB1E8B}"/>
              </a:ext>
            </a:extLst>
          </p:cNvPr>
          <p:cNvSpPr/>
          <p:nvPr/>
        </p:nvSpPr>
        <p:spPr>
          <a:xfrm>
            <a:off x="1925577" y="1636607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272kcal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5" name="Bildobjekt 14">
            <a:extLst>
              <a:ext uri="{FF2B5EF4-FFF2-40B4-BE49-F238E27FC236}">
                <a16:creationId xmlns:a16="http://schemas.microsoft.com/office/drawing/2014/main" id="{C78DC9DF-B83B-0946-8C6A-293BAEE310B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192982" y="5103879"/>
            <a:ext cx="4131052" cy="3098289"/>
          </a:xfrm>
          <a:prstGeom prst="rect">
            <a:avLst/>
          </a:prstGeom>
        </p:spPr>
      </p:pic>
      <p:sp>
        <p:nvSpPr>
          <p:cNvPr id="16" name="Platshållare för sidfot 1">
            <a:extLst>
              <a:ext uri="{FF2B5EF4-FFF2-40B4-BE49-F238E27FC236}">
                <a16:creationId xmlns:a16="http://schemas.microsoft.com/office/drawing/2014/main" id="{48CE2BF9-FF12-9549-A793-40C802B8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1440250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D5BCAF09-A901-8943-8736-E99BD8AA9E63}"/>
              </a:ext>
            </a:extLst>
          </p:cNvPr>
          <p:cNvSpPr/>
          <p:nvPr/>
        </p:nvSpPr>
        <p:spPr>
          <a:xfrm>
            <a:off x="355866" y="649881"/>
            <a:ext cx="6315567" cy="48320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1A1A1A"/>
                </a:solidFill>
              </a:rPr>
              <a:t>Linssoppa från medelhavet - 2 portioner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1/2 gul lök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vitlöksklyfta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paprika</a:t>
            </a:r>
            <a:endParaRPr lang="sv-SE" sz="1100" dirty="0">
              <a:solidFill>
                <a:srgbClr val="1A1A1A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1/4 squash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½ fänkål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100 g haricots </a:t>
            </a:r>
            <a:r>
              <a:rPr lang="sv-SE" sz="1100" dirty="0" err="1">
                <a:solidFill>
                  <a:srgbClr val="1A1A1A"/>
                </a:solidFill>
              </a:rPr>
              <a:t>verts</a:t>
            </a:r>
            <a:r>
              <a:rPr lang="sv-SE" sz="1100" dirty="0">
                <a:solidFill>
                  <a:srgbClr val="1A1A1A"/>
                </a:solidFill>
              </a:rPr>
              <a:t>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4 soltorkade tomater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tsk olivolja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tsk provensalska örter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krm </a:t>
            </a:r>
            <a:r>
              <a:rPr lang="sv-SE" sz="1100" dirty="0" err="1">
                <a:solidFill>
                  <a:srgbClr val="1A1A1A"/>
                </a:solidFill>
              </a:rPr>
              <a:t>srirachasås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 kycklingbuljongtärning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150 g krossade tomater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l vatten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1,5 dl gröna torkade linser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8 cocktailtomater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msk färsk basilika </a:t>
            </a:r>
            <a:endParaRPr lang="sv-SE" sz="1100" dirty="0">
              <a:solidFill>
                <a:srgbClr val="1A1A1A"/>
              </a:solidFill>
              <a:ea typeface="Calibri"/>
              <a:cs typeface="Calibri"/>
            </a:endParaRP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Skala och grovhacka lök. Skala och riv vitlök. Skär paprika, squash, fänkål och haricots </a:t>
            </a:r>
            <a:r>
              <a:rPr lang="sv-SE" sz="1100" dirty="0" err="1">
                <a:solidFill>
                  <a:srgbClr val="1A1A1A"/>
                </a:solidFill>
              </a:rPr>
              <a:t>verts</a:t>
            </a:r>
            <a:r>
              <a:rPr lang="sv-SE" sz="1100" dirty="0">
                <a:solidFill>
                  <a:srgbClr val="1A1A1A"/>
                </a:solidFill>
              </a:rPr>
              <a:t> i bitar. Finhacka soltorkade tomater. Hetta upp en kastrull med olivolja. Lägg lök, vitlök och grönsakerna i kastrullen och fräs i några minuter. Strö på salt, peppar och provensalska örter. Blanda i </a:t>
            </a:r>
            <a:r>
              <a:rPr lang="sv-SE" sz="1100" dirty="0" err="1">
                <a:solidFill>
                  <a:srgbClr val="1A1A1A"/>
                </a:solidFill>
              </a:rPr>
              <a:t>sriracha</a:t>
            </a:r>
            <a:r>
              <a:rPr lang="sv-SE" sz="1100" dirty="0">
                <a:solidFill>
                  <a:srgbClr val="1A1A1A"/>
                </a:solidFill>
              </a:rPr>
              <a:t>, buljong, krossade tomater, vatten och linser. Låt koka i cirka 15-20 minuter. Dela cocktailtomater i fyra delar. Hacka basilika. Lägg i tomater och basilika i soppan. Lägg upp linssoppa i djupa tallrikar och dekorera med soltorkade tomater och basilikakvistar. </a:t>
            </a:r>
          </a:p>
          <a:p>
            <a:br>
              <a:rPr lang="sv-SE" sz="1100" dirty="0">
                <a:solidFill>
                  <a:srgbClr val="1A1A1A"/>
                </a:solidFill>
              </a:rPr>
            </a:br>
            <a:endParaRPr lang="sv-SE" sz="1100" dirty="0">
              <a:solidFill>
                <a:srgbClr val="1A1A1A"/>
              </a:solidFill>
              <a:effectLst/>
            </a:endParaRP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146D2DBD-D48C-DF4E-B28C-04CFA0039D93}"/>
              </a:ext>
            </a:extLst>
          </p:cNvPr>
          <p:cNvSpPr txBox="1"/>
          <p:nvPr/>
        </p:nvSpPr>
        <p:spPr>
          <a:xfrm>
            <a:off x="355866" y="138341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Vegetariskt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0BA2055-33A1-64EE-D4E9-50551788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44996" y="8679360"/>
            <a:ext cx="1600200" cy="486833"/>
          </a:xfrm>
        </p:spPr>
        <p:txBody>
          <a:bodyPr/>
          <a:lstStyle/>
          <a:p>
            <a:fld id="{97BA8967-5D92-4842-BAFB-0C8F679E5DC4}" type="slidenum">
              <a:rPr lang="sv-SE" sz="900" smtClean="0"/>
              <a:t>5</a:t>
            </a:fld>
            <a:endParaRPr lang="sv-SE" sz="900" dirty="0"/>
          </a:p>
        </p:txBody>
      </p:sp>
      <p:sp>
        <p:nvSpPr>
          <p:cNvPr id="13" name="Pratbubbla: rektangel med rundade hörn 5">
            <a:extLst>
              <a:ext uri="{FF2B5EF4-FFF2-40B4-BE49-F238E27FC236}">
                <a16:creationId xmlns:a16="http://schemas.microsoft.com/office/drawing/2014/main" id="{7D8B8563-7D9F-874E-A65E-ADB2C8C6FD19}"/>
              </a:ext>
            </a:extLst>
          </p:cNvPr>
          <p:cNvSpPr/>
          <p:nvPr/>
        </p:nvSpPr>
        <p:spPr>
          <a:xfrm>
            <a:off x="2109655" y="1739632"/>
            <a:ext cx="1671282" cy="631957"/>
          </a:xfrm>
          <a:prstGeom prst="wedgeRoundRectCallout">
            <a:avLst/>
          </a:prstGeom>
          <a:solidFill>
            <a:srgbClr val="2765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>
                <a:cs typeface="Avenir Light"/>
              </a:rPr>
              <a:t>Frys in en portion till nästa vecka!</a:t>
            </a:r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E73457CA-2B66-5848-8E83-3D5DB18A691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684043" y="572294"/>
            <a:ext cx="3471620" cy="2603715"/>
          </a:xfrm>
          <a:prstGeom prst="rect">
            <a:avLst/>
          </a:prstGeom>
        </p:spPr>
      </p:pic>
      <p:sp>
        <p:nvSpPr>
          <p:cNvPr id="15" name="Ellips 14">
            <a:extLst>
              <a:ext uri="{FF2B5EF4-FFF2-40B4-BE49-F238E27FC236}">
                <a16:creationId xmlns:a16="http://schemas.microsoft.com/office/drawing/2014/main" id="{13C3E9A3-7FC1-9640-8988-1F9348126517}"/>
              </a:ext>
            </a:extLst>
          </p:cNvPr>
          <p:cNvSpPr/>
          <p:nvPr/>
        </p:nvSpPr>
        <p:spPr>
          <a:xfrm>
            <a:off x="2234552" y="1025925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375kcal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1C81DF12-724A-1449-9EAF-DF3F4898BF2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67337" y="5488422"/>
            <a:ext cx="3725699" cy="2794275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CDEEA927-DD85-CD47-9150-4948302CFF02}"/>
              </a:ext>
            </a:extLst>
          </p:cNvPr>
          <p:cNvSpPr/>
          <p:nvPr/>
        </p:nvSpPr>
        <p:spPr>
          <a:xfrm>
            <a:off x="3316196" y="5022710"/>
            <a:ext cx="3429000" cy="3816429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1B1B1B"/>
                </a:solidFill>
              </a:rPr>
              <a:t>Fänkålssallad med grapefrukt och </a:t>
            </a:r>
            <a:r>
              <a:rPr lang="sv-SE" sz="1100" b="1" dirty="0" err="1">
                <a:solidFill>
                  <a:srgbClr val="1B1B1B"/>
                </a:solidFill>
              </a:rPr>
              <a:t>burrata</a:t>
            </a:r>
            <a:r>
              <a:rPr lang="sv-SE" sz="1100" b="1" dirty="0">
                <a:solidFill>
                  <a:srgbClr val="1B1B1B"/>
                </a:solidFill>
              </a:rPr>
              <a:t> - 2 portioner </a:t>
            </a:r>
            <a:endParaRPr lang="sv-SE" sz="1100" dirty="0">
              <a:solidFill>
                <a:srgbClr val="1B1B1B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1 fänkål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 msk olivolja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2 msk äppelcidervinäger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kvistar färsk </a:t>
            </a:r>
            <a:r>
              <a:rPr lang="sv-SE" sz="1100" dirty="0">
                <a:solidFill>
                  <a:srgbClr val="1B1B1B"/>
                </a:solidFill>
              </a:rPr>
              <a:t>mynta 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 grapefrukt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 apelsin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 citron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b</a:t>
            </a:r>
            <a:r>
              <a:rPr lang="sv-SE" sz="1100" dirty="0">
                <a:solidFill>
                  <a:srgbClr val="1B1B1B"/>
                </a:solidFill>
              </a:rPr>
              <a:t>urrataost, 120 g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 err="1">
                <a:solidFill>
                  <a:srgbClr val="1B1B1B"/>
                </a:solidFill>
              </a:rPr>
              <a:t>Topping</a:t>
            </a:r>
            <a:endParaRPr lang="sv-SE" sz="1100" dirty="0">
              <a:solidFill>
                <a:srgbClr val="1B1B1B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2 tsk p</a:t>
            </a:r>
            <a:r>
              <a:rPr lang="sv-SE" sz="1100" dirty="0">
                <a:solidFill>
                  <a:srgbClr val="1B1B1B"/>
                </a:solidFill>
              </a:rPr>
              <a:t>istagenötter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msk mynta</a:t>
            </a:r>
            <a:endParaRPr lang="sv-SE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Strimla fänkål och lägg i en skål. Blanda i olivolja och äppelcidervinäger. Finhacka mynta och rör ner i skålen. Strö på salt och peppar. Skär ut filéer av grapefrukt, apelsin och citron.  Lägg upp fänkålssallad i en skål tillsammans med citrusfrukten. Lägg </a:t>
            </a:r>
            <a:r>
              <a:rPr lang="sv-SE" sz="1100" dirty="0" err="1">
                <a:solidFill>
                  <a:srgbClr val="1B1B1B"/>
                </a:solidFill>
              </a:rPr>
              <a:t>burrata</a:t>
            </a:r>
            <a:r>
              <a:rPr lang="sv-SE" sz="1100" dirty="0">
                <a:solidFill>
                  <a:srgbClr val="1B1B1B"/>
                </a:solidFill>
              </a:rPr>
              <a:t> ovanpå salladen och toppa med hackade pistagenötter och myntablad.  </a:t>
            </a:r>
            <a:endParaRPr lang="sv-SE" sz="1100" dirty="0">
              <a:solidFill>
                <a:srgbClr val="1B1B1B"/>
              </a:solidFill>
              <a:effectLst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ED188C5D-9E45-664D-9E16-CC432D340E42}"/>
              </a:ext>
            </a:extLst>
          </p:cNvPr>
          <p:cNvSpPr/>
          <p:nvPr/>
        </p:nvSpPr>
        <p:spPr>
          <a:xfrm>
            <a:off x="2426981" y="2620852"/>
            <a:ext cx="3429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100" b="1" dirty="0" err="1">
                <a:solidFill>
                  <a:srgbClr val="1A1A1A"/>
                </a:solidFill>
              </a:rPr>
              <a:t>Topping</a:t>
            </a:r>
            <a:r>
              <a:rPr lang="sv-SE" sz="1100" b="1" dirty="0">
                <a:solidFill>
                  <a:srgbClr val="1A1A1A"/>
                </a:solidFill>
              </a:rPr>
              <a:t> : </a:t>
            </a:r>
            <a:r>
              <a:rPr lang="sv-SE" sz="1100" dirty="0">
                <a:solidFill>
                  <a:srgbClr val="1A1A1A"/>
                </a:solidFill>
              </a:rPr>
              <a:t>Basilikakvistar, 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soltorkade tomater</a:t>
            </a:r>
          </a:p>
        </p:txBody>
      </p:sp>
      <p:sp>
        <p:nvSpPr>
          <p:cNvPr id="14" name="Ellips 13">
            <a:extLst>
              <a:ext uri="{FF2B5EF4-FFF2-40B4-BE49-F238E27FC236}">
                <a16:creationId xmlns:a16="http://schemas.microsoft.com/office/drawing/2014/main" id="{0C7C9388-AAD2-454B-AB47-7A7554410309}"/>
              </a:ext>
            </a:extLst>
          </p:cNvPr>
          <p:cNvSpPr/>
          <p:nvPr/>
        </p:nvSpPr>
        <p:spPr>
          <a:xfrm>
            <a:off x="5541656" y="5592554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470kcal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17" name="Platshållare för sidfot 1">
            <a:extLst>
              <a:ext uri="{FF2B5EF4-FFF2-40B4-BE49-F238E27FC236}">
                <a16:creationId xmlns:a16="http://schemas.microsoft.com/office/drawing/2014/main" id="{40BF63FB-AD66-9B41-AFF3-9A82AEAD9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2185990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35F7A8FA-423D-914D-AAB3-37E6BBEC6187}"/>
              </a:ext>
            </a:extLst>
          </p:cNvPr>
          <p:cNvSpPr/>
          <p:nvPr/>
        </p:nvSpPr>
        <p:spPr>
          <a:xfrm>
            <a:off x="288656" y="937924"/>
            <a:ext cx="6279934" cy="550920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000000"/>
                </a:solidFill>
              </a:rPr>
              <a:t>Kycklingburgare med papayasallad - 2 portioner 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300 g kycklingfärs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vitlöksklyfta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tsk olivolja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75 g mozzarellaost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korianderkvistar</a:t>
            </a: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b="1" dirty="0">
                <a:solidFill>
                  <a:srgbClr val="000000"/>
                </a:solidFill>
              </a:rPr>
              <a:t>Papayasallad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1/4 papaya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100 g sockerärtor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1/4 rödlök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1/4 chili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100 g frysta ärtor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tsk vit </a:t>
            </a:r>
            <a:r>
              <a:rPr lang="sv-SE" sz="1100" dirty="0" err="1">
                <a:solidFill>
                  <a:srgbClr val="000000"/>
                </a:solidFill>
              </a:rPr>
              <a:t>balsamico</a:t>
            </a:r>
            <a:r>
              <a:rPr lang="sv-SE" sz="1100" dirty="0">
                <a:solidFill>
                  <a:srgbClr val="000000"/>
                </a:solidFill>
              </a:rPr>
              <a:t>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Saft från 1/4 lime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msk hackad färsk koriander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 err="1">
                <a:solidFill>
                  <a:srgbClr val="000000"/>
                </a:solidFill>
              </a:rPr>
              <a:t>Topping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Korianderkvistar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Limeklyftor</a:t>
            </a: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Lägg kycklingfärs i en skål. Skala och riv vitlök och blanda med  färsen.  Strö på salt och peppar. Forma färsen till 4 platta burgare. Hetta upp en stekpanna med olivolja. Stek kycklingburgarna i 3-4 minuter på varje sida.  Skiva mozzarella och placera tillsammans med en korianderkvist mellan två burgare. Stek ytterligare i en minut. Lägg frysta ärtor i en kastrull med vatten och koka upp. Låt koka på svag värme i någon minut. Häll av och spola av med kallt vatten. Skär papaya och sockerärtor i mindre bitar. Skala och finhacka rödlök. Finhacka chili. Hacka koriander. Blanda papaya, sockerärtor, rödlök, chili och ärtor i en skål. Strö på salt och peppar. Blanda i </a:t>
            </a:r>
            <a:r>
              <a:rPr lang="sv-SE" sz="1100" dirty="0" err="1">
                <a:solidFill>
                  <a:srgbClr val="1A1A1A"/>
                </a:solidFill>
              </a:rPr>
              <a:t>balsamico</a:t>
            </a:r>
            <a:r>
              <a:rPr lang="sv-SE" sz="1100" dirty="0">
                <a:solidFill>
                  <a:srgbClr val="1A1A1A"/>
                </a:solidFill>
              </a:rPr>
              <a:t>, koriander och pressa i limejuice. Placera kycklingburgarna på tallrikarna och servera med papayasallad. Dekorera med korianderkvistar och limeklyftor. </a:t>
            </a:r>
            <a:endParaRPr lang="sv-SE" sz="1100" dirty="0">
              <a:solidFill>
                <a:srgbClr val="1A1A1A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13C0C45-6398-3E40-A5DE-31AA7C35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6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EDAB3DE7-6ADF-DE48-9756-52DF4FBC33A8}"/>
              </a:ext>
            </a:extLst>
          </p:cNvPr>
          <p:cNvSpPr txBox="1"/>
          <p:nvPr/>
        </p:nvSpPr>
        <p:spPr>
          <a:xfrm>
            <a:off x="285023" y="264300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Kyckling</a:t>
            </a:r>
          </a:p>
        </p:txBody>
      </p:sp>
      <p:sp>
        <p:nvSpPr>
          <p:cNvPr id="16" name="Ellips 15">
            <a:extLst>
              <a:ext uri="{FF2B5EF4-FFF2-40B4-BE49-F238E27FC236}">
                <a16:creationId xmlns:a16="http://schemas.microsoft.com/office/drawing/2014/main" id="{8D3C6C88-AE9D-AE4E-B60A-AFB6D302AFB6}"/>
              </a:ext>
            </a:extLst>
          </p:cNvPr>
          <p:cNvSpPr/>
          <p:nvPr/>
        </p:nvSpPr>
        <p:spPr>
          <a:xfrm>
            <a:off x="2246023" y="1770758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406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8" name="Bildobjekt 17">
            <a:extLst>
              <a:ext uri="{FF2B5EF4-FFF2-40B4-BE49-F238E27FC236}">
                <a16:creationId xmlns:a16="http://schemas.microsoft.com/office/drawing/2014/main" id="{CF79BC3D-B2E3-4645-8682-5F927067CA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974920" y="1004602"/>
            <a:ext cx="4107051" cy="3080288"/>
          </a:xfrm>
          <a:prstGeom prst="rect">
            <a:avLst/>
          </a:prstGeom>
        </p:spPr>
      </p:pic>
      <p:sp>
        <p:nvSpPr>
          <p:cNvPr id="10" name="Platshållare för sidfot 1">
            <a:extLst>
              <a:ext uri="{FF2B5EF4-FFF2-40B4-BE49-F238E27FC236}">
                <a16:creationId xmlns:a16="http://schemas.microsoft.com/office/drawing/2014/main" id="{678C753E-BCFF-D343-86ED-F54CC0C2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3123923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B4392DB8-1F08-FC43-A3A5-CE4F66DC7882}"/>
              </a:ext>
            </a:extLst>
          </p:cNvPr>
          <p:cNvSpPr/>
          <p:nvPr/>
        </p:nvSpPr>
        <p:spPr>
          <a:xfrm>
            <a:off x="206487" y="764466"/>
            <a:ext cx="6548836" cy="550920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1A1A1A"/>
                </a:solidFill>
              </a:rPr>
              <a:t>Kycklinggryta från medelhavet - 4 portioner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 gul lök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vitlöksklyftor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 squash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tomater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10 champinjoner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selleristjälkar</a:t>
            </a:r>
            <a:endParaRPr lang="sv-SE" sz="1100" dirty="0">
              <a:solidFill>
                <a:srgbClr val="1A1A1A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FF0000"/>
                </a:solidFill>
              </a:rPr>
              <a:t>1/2 röd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FF0000"/>
                </a:solidFill>
              </a:rPr>
              <a:t>1/2 gul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FF0000"/>
                </a:solidFill>
              </a:rPr>
              <a:t>1/2 grön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1/2 msk olivolja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800 g kycklinglår med skinn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Örtagårdskrydda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tsk olivolja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4 dl vatten</a:t>
            </a:r>
          </a:p>
          <a:p>
            <a:r>
              <a:rPr lang="sv-SE" sz="1100" dirty="0">
                <a:solidFill>
                  <a:srgbClr val="1A1A1A"/>
                </a:solidFill>
              </a:rPr>
              <a:t>400 ml krossade tomater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hönsbuljongtärning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msk torkad basilika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tsk flytande honung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msk persilja</a:t>
            </a:r>
            <a:br>
              <a:rPr lang="sv-SE" sz="1100" dirty="0">
                <a:solidFill>
                  <a:srgbClr val="1A1A1A"/>
                </a:solidFill>
              </a:rPr>
            </a:b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b="1" dirty="0" err="1">
                <a:solidFill>
                  <a:srgbClr val="1A1A1A"/>
                </a:solidFill>
              </a:rPr>
              <a:t>Topping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Persiljekvist</a:t>
            </a: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Skala och hacka lök. Skala och riv vitlöksklyftor. Skär squash, selleri och paprika i bitar. Dela champinjoner på mitten. Hacka persilja. Hetta upp olivolja i en stekpanna och bryn kyckling, lök och vitlök. Strö på salt, peppar och örtagårdskrydda. Häll olivolja i en kastrull och lägg ner paprika och selleri och låt steka i någon minut. Lägg ner kycklingen och häll på vatten och krossade tomater. Smula ner en buljongtärning. Strö på salt, peppar, torkad basilika och häll i honung. Sätt på ett lock och sänk värmen. Låt koka 60 minuter och späd med vatten om det behövs. Lägg ner squash, tomat och champinjoner och låt koka ytterligare 5 minuter. Rör i persilja. Lägg upp kycklinggrytan i djupa taltikar. Toppa med persiljekvistar och servera.</a:t>
            </a:r>
            <a:endParaRPr lang="sv-SE" sz="1100" dirty="0">
              <a:solidFill>
                <a:srgbClr val="1A1A1A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13C0C45-6398-3E40-A5DE-31AA7C35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7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EDAB3DE7-6ADF-DE48-9756-52DF4FBC33A8}"/>
              </a:ext>
            </a:extLst>
          </p:cNvPr>
          <p:cNvSpPr txBox="1"/>
          <p:nvPr/>
        </p:nvSpPr>
        <p:spPr>
          <a:xfrm>
            <a:off x="285023" y="264300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Kyckling</a:t>
            </a:r>
          </a:p>
        </p:txBody>
      </p:sp>
      <p:sp>
        <p:nvSpPr>
          <p:cNvPr id="10" name="Ellips 9">
            <a:extLst>
              <a:ext uri="{FF2B5EF4-FFF2-40B4-BE49-F238E27FC236}">
                <a16:creationId xmlns:a16="http://schemas.microsoft.com/office/drawing/2014/main" id="{EC58DB8B-68C0-D849-BD6F-48A8C4479FCB}"/>
              </a:ext>
            </a:extLst>
          </p:cNvPr>
          <p:cNvSpPr/>
          <p:nvPr/>
        </p:nvSpPr>
        <p:spPr>
          <a:xfrm>
            <a:off x="2308015" y="1770758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368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DFF3C459-A4D6-B644-89EF-17F2A32A549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115513" y="837736"/>
            <a:ext cx="4159783" cy="3119837"/>
          </a:xfrm>
          <a:prstGeom prst="rect">
            <a:avLst/>
          </a:prstGeom>
        </p:spPr>
      </p:pic>
      <p:sp>
        <p:nvSpPr>
          <p:cNvPr id="12" name="Pratbubbla: rektangel med rundade hörn 5">
            <a:extLst>
              <a:ext uri="{FF2B5EF4-FFF2-40B4-BE49-F238E27FC236}">
                <a16:creationId xmlns:a16="http://schemas.microsoft.com/office/drawing/2014/main" id="{EAE2E955-6B0F-D344-9764-B5CDDF8DE7ED}"/>
              </a:ext>
            </a:extLst>
          </p:cNvPr>
          <p:cNvSpPr/>
          <p:nvPr/>
        </p:nvSpPr>
        <p:spPr>
          <a:xfrm>
            <a:off x="4613331" y="6583120"/>
            <a:ext cx="1671282" cy="631957"/>
          </a:xfrm>
          <a:prstGeom prst="wedgeRoundRectCallout">
            <a:avLst/>
          </a:prstGeom>
          <a:solidFill>
            <a:srgbClr val="2765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>
                <a:cs typeface="Avenir Light"/>
              </a:rPr>
              <a:t>Frys in 2 portioner.</a:t>
            </a:r>
          </a:p>
        </p:txBody>
      </p:sp>
      <p:sp>
        <p:nvSpPr>
          <p:cNvPr id="13" name="Platshållare för sidfot 1">
            <a:extLst>
              <a:ext uri="{FF2B5EF4-FFF2-40B4-BE49-F238E27FC236}">
                <a16:creationId xmlns:a16="http://schemas.microsoft.com/office/drawing/2014/main" id="{56BFD1A0-E999-7B45-927D-CCC51450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883022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C925B795-2ABB-FD40-8AAA-F973F885CBBD}"/>
              </a:ext>
            </a:extLst>
          </p:cNvPr>
          <p:cNvSpPr/>
          <p:nvPr/>
        </p:nvSpPr>
        <p:spPr>
          <a:xfrm>
            <a:off x="225220" y="2354039"/>
            <a:ext cx="6140591" cy="50013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 err="1">
                <a:solidFill>
                  <a:srgbClr val="1A1A1A"/>
                </a:solidFill>
              </a:rPr>
              <a:t>Grönsakswok</a:t>
            </a:r>
            <a:r>
              <a:rPr lang="sv-SE" sz="1100" b="1" dirty="0">
                <a:solidFill>
                  <a:srgbClr val="1A1A1A"/>
                </a:solidFill>
              </a:rPr>
              <a:t> med tonfisk och ägg - 2 portioner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1/5 vitlöksklyfta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tsk färsk ingefära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1/4 gul lök</a:t>
            </a:r>
          </a:p>
          <a:p>
            <a:r>
              <a:rPr lang="sv-SE" sz="1100" dirty="0">
                <a:solidFill>
                  <a:srgbClr val="FF0000"/>
                </a:solidFill>
              </a:rPr>
              <a:t>1/4 röd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FF0000"/>
                </a:solidFill>
              </a:rPr>
              <a:t>1/4 gul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FF0000"/>
                </a:solidFill>
              </a:rPr>
              <a:t>1/4 grön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100 g haricots </a:t>
            </a:r>
            <a:r>
              <a:rPr lang="sv-SE" sz="1100" dirty="0" err="1">
                <a:solidFill>
                  <a:srgbClr val="1A1A1A"/>
                </a:solidFill>
              </a:rPr>
              <a:t>verts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5 cm purjolök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msk olivolja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ägg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100 g rödkål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citronklyfta (saft)</a:t>
            </a:r>
            <a:endParaRPr lang="sv-SE" sz="1100" dirty="0">
              <a:solidFill>
                <a:srgbClr val="1A1A1A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2 msk hackad dill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200 g tonfisk hela filéer på burk (Ortiz)  </a:t>
            </a:r>
            <a:endParaRPr lang="sv-SE" sz="1100" dirty="0">
              <a:solidFill>
                <a:srgbClr val="1A1A1A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 krm </a:t>
            </a:r>
            <a:r>
              <a:rPr lang="sv-SE" sz="1100" dirty="0" err="1">
                <a:solidFill>
                  <a:srgbClr val="1A1A1A"/>
                </a:solidFill>
              </a:rPr>
              <a:t>furikakekrydda</a:t>
            </a:r>
            <a:endParaRPr lang="sv-SE" sz="1100" dirty="0">
              <a:solidFill>
                <a:srgbClr val="1A1A1A"/>
              </a:solidFill>
            </a:endParaRP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b="1" dirty="0">
                <a:solidFill>
                  <a:srgbClr val="1A1A1A"/>
                </a:solidFill>
              </a:rPr>
              <a:t>Dekoration: </a:t>
            </a:r>
            <a:r>
              <a:rPr lang="sv-SE" sz="1100" dirty="0">
                <a:solidFill>
                  <a:srgbClr val="1A1A1A"/>
                </a:solidFill>
              </a:rPr>
              <a:t>dillkvistar och citronklyftor</a:t>
            </a: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Skala och riv vitlök och ingefära. Skala och grovhacka lök. Skär paprika, haricots </a:t>
            </a:r>
            <a:r>
              <a:rPr lang="sv-SE" sz="1100" dirty="0" err="1">
                <a:solidFill>
                  <a:srgbClr val="1A1A1A"/>
                </a:solidFill>
              </a:rPr>
              <a:t>verts</a:t>
            </a:r>
            <a:r>
              <a:rPr lang="sv-SE" sz="1100" dirty="0">
                <a:solidFill>
                  <a:srgbClr val="1A1A1A"/>
                </a:solidFill>
              </a:rPr>
              <a:t> och purjolök i bitar. Hacka dill. Hetta upp en stekpanna med olivolja. Lägg i vitlök, ingefära, lök, paprika, haricots </a:t>
            </a:r>
            <a:r>
              <a:rPr lang="sv-SE" sz="1100" dirty="0" err="1">
                <a:solidFill>
                  <a:srgbClr val="1A1A1A"/>
                </a:solidFill>
              </a:rPr>
              <a:t>verts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och purjolök. Stek och rör om tills grönsakerna mjuknat. Dra grönsakerna åt sidan i stekpannan. Knäck 2 ägg i en skål och vispa upp. Häll olivolja i mitten av stekpannan. Häll i äggen i mitten och rör om. När äggen börjar stelna rör ihop dem med grönsakerna och låt steka i någon minut. Dra återigen grönsaksblandningen åt sidan i stekpannan. Lägg i rödkålen i mitten av pannan och stek i någon minut. Rör ihop rödkålen med resten av grönsakerna. Strö på salt och peppar. Tillsätt citronsaft och dill. Lägg upp </a:t>
            </a:r>
            <a:r>
              <a:rPr lang="sv-SE" sz="1100" dirty="0" err="1">
                <a:solidFill>
                  <a:srgbClr val="1A1A1A"/>
                </a:solidFill>
              </a:rPr>
              <a:t>grönsakswok</a:t>
            </a:r>
            <a:r>
              <a:rPr lang="sv-SE" sz="1100" dirty="0">
                <a:solidFill>
                  <a:srgbClr val="1A1A1A"/>
                </a:solidFill>
              </a:rPr>
              <a:t> på tallrikar. Lägg tonfiskfilé ovanpå och toppa med </a:t>
            </a:r>
            <a:r>
              <a:rPr lang="sv-SE" sz="1100" dirty="0" err="1">
                <a:solidFill>
                  <a:srgbClr val="1A1A1A"/>
                </a:solidFill>
              </a:rPr>
              <a:t>furikakekrydda</a:t>
            </a:r>
            <a:r>
              <a:rPr lang="sv-SE" sz="1100" dirty="0">
                <a:solidFill>
                  <a:srgbClr val="1A1A1A"/>
                </a:solidFill>
              </a:rPr>
              <a:t>. Dekorera med dillkvistar och citronklyftor. </a:t>
            </a:r>
            <a:endParaRPr lang="sv-SE" sz="1100" dirty="0">
              <a:solidFill>
                <a:srgbClr val="1A1A1A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A87304A-35B7-4042-BF22-9FDF22A0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8</a:t>
            </a:fld>
            <a:endParaRPr lang="sv-SE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D3FFF5D6-C53C-A34C-9DB1-E9EE5DD0D745}"/>
              </a:ext>
            </a:extLst>
          </p:cNvPr>
          <p:cNvSpPr txBox="1"/>
          <p:nvPr/>
        </p:nvSpPr>
        <p:spPr>
          <a:xfrm>
            <a:off x="225220" y="224397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Fisk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F439330D-F48B-334F-A377-9CB18DEB095D}"/>
              </a:ext>
            </a:extLst>
          </p:cNvPr>
          <p:cNvSpPr/>
          <p:nvPr/>
        </p:nvSpPr>
        <p:spPr>
          <a:xfrm>
            <a:off x="1888103" y="3158893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300kcal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FB886D7A-D446-7746-8DD4-10E08B63F39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842895" y="897371"/>
            <a:ext cx="4323566" cy="3242674"/>
          </a:xfrm>
          <a:prstGeom prst="rect">
            <a:avLst/>
          </a:prstGeom>
        </p:spPr>
      </p:pic>
      <p:sp>
        <p:nvSpPr>
          <p:cNvPr id="8" name="Platshållare för sidfot 1">
            <a:extLst>
              <a:ext uri="{FF2B5EF4-FFF2-40B4-BE49-F238E27FC236}">
                <a16:creationId xmlns:a16="http://schemas.microsoft.com/office/drawing/2014/main" id="{64C9D08A-805A-5B4E-89DE-A4D2FCD4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2723660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CA1BA1CA-9DEE-7842-8C5B-660094D808E9}"/>
              </a:ext>
            </a:extLst>
          </p:cNvPr>
          <p:cNvSpPr/>
          <p:nvPr/>
        </p:nvSpPr>
        <p:spPr>
          <a:xfrm>
            <a:off x="225220" y="3081206"/>
            <a:ext cx="5994926" cy="398570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1A1A1A"/>
                </a:solidFill>
              </a:rPr>
              <a:t>Laxgratäng med broccoli och </a:t>
            </a:r>
            <a:r>
              <a:rPr lang="sv-SE" sz="1100" b="1" dirty="0" err="1">
                <a:solidFill>
                  <a:srgbClr val="1A1A1A"/>
                </a:solidFill>
              </a:rPr>
              <a:t>scampi</a:t>
            </a:r>
            <a:r>
              <a:rPr lang="sv-SE" sz="1100" b="1" dirty="0">
                <a:solidFill>
                  <a:srgbClr val="1A1A1A"/>
                </a:solidFill>
              </a:rPr>
              <a:t> - 2 portioner 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150g fryst </a:t>
            </a:r>
            <a:r>
              <a:rPr lang="sv-SE" sz="1100" dirty="0" err="1">
                <a:solidFill>
                  <a:srgbClr val="1A1A1A"/>
                </a:solidFill>
              </a:rPr>
              <a:t>scampi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200 g laxfilé</a:t>
            </a:r>
          </a:p>
          <a:p>
            <a:r>
              <a:rPr lang="sv-SE" sz="1100" dirty="0">
                <a:solidFill>
                  <a:srgbClr val="2C2C2C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2C2C2C"/>
                </a:solidFill>
              </a:rPr>
              <a:t>1 vitlöksklyfta</a:t>
            </a:r>
          </a:p>
          <a:p>
            <a:r>
              <a:rPr lang="sv-SE" sz="1100" dirty="0">
                <a:solidFill>
                  <a:srgbClr val="2C2C2C"/>
                </a:solidFill>
              </a:rPr>
              <a:t>1/2 gul lök</a:t>
            </a:r>
          </a:p>
          <a:p>
            <a:r>
              <a:rPr lang="sv-SE" sz="1100" dirty="0">
                <a:solidFill>
                  <a:srgbClr val="2C2C2C"/>
                </a:solidFill>
              </a:rPr>
              <a:t>1/2 röd chili</a:t>
            </a:r>
          </a:p>
          <a:p>
            <a:r>
              <a:rPr lang="sv-SE" sz="1100" dirty="0">
                <a:solidFill>
                  <a:srgbClr val="2C2C2C"/>
                </a:solidFill>
              </a:rPr>
              <a:t>1 tsk olivolja</a:t>
            </a:r>
          </a:p>
          <a:p>
            <a:r>
              <a:rPr lang="sv-SE" sz="1100" dirty="0">
                <a:solidFill>
                  <a:srgbClr val="2C2C2C"/>
                </a:solidFill>
              </a:rPr>
              <a:t>½ broccolihuvud</a:t>
            </a:r>
          </a:p>
          <a:p>
            <a:r>
              <a:rPr lang="sv-SE" sz="1100" dirty="0">
                <a:solidFill>
                  <a:srgbClr val="2C2C2C"/>
                </a:solidFill>
              </a:rPr>
              <a:t>10 färska brysselkål</a:t>
            </a:r>
          </a:p>
          <a:p>
            <a:r>
              <a:rPr lang="sv-SE" sz="1100" dirty="0">
                <a:solidFill>
                  <a:srgbClr val="2C2C2C"/>
                </a:solidFill>
              </a:rPr>
              <a:t>1 tsk olivolja</a:t>
            </a:r>
          </a:p>
          <a:p>
            <a:r>
              <a:rPr lang="sv-SE" sz="1100" dirty="0">
                <a:solidFill>
                  <a:srgbClr val="2C2C2C"/>
                </a:solidFill>
              </a:rPr>
              <a:t>200 ml kokosmjölk</a:t>
            </a:r>
          </a:p>
          <a:p>
            <a:r>
              <a:rPr lang="sv-SE" sz="1100" dirty="0">
                <a:solidFill>
                  <a:srgbClr val="2C2C2C"/>
                </a:solidFill>
              </a:rPr>
              <a:t>1 dl vatten</a:t>
            </a:r>
          </a:p>
          <a:p>
            <a:r>
              <a:rPr lang="sv-SE" sz="1100" dirty="0">
                <a:solidFill>
                  <a:srgbClr val="2C2C2C"/>
                </a:solidFill>
              </a:rPr>
              <a:t>2 msk pepparrot i tub</a:t>
            </a:r>
          </a:p>
          <a:p>
            <a:r>
              <a:rPr lang="sv-SE" sz="1100" dirty="0">
                <a:solidFill>
                  <a:srgbClr val="2C2C2C"/>
                </a:solidFill>
              </a:rPr>
              <a:t>2 msk hackad persilja</a:t>
            </a:r>
          </a:p>
          <a:p>
            <a:r>
              <a:rPr lang="sv-SE" sz="1100" dirty="0">
                <a:solidFill>
                  <a:srgbClr val="2C2C2C"/>
                </a:solidFill>
              </a:rPr>
              <a:t>1,5 dl riven ost</a:t>
            </a:r>
          </a:p>
          <a:p>
            <a:endParaRPr lang="sv-SE" sz="1100" dirty="0">
              <a:solidFill>
                <a:srgbClr val="2C2C2C"/>
              </a:solidFill>
            </a:endParaRPr>
          </a:p>
          <a:p>
            <a:r>
              <a:rPr lang="sv-SE" sz="1100" dirty="0">
                <a:solidFill>
                  <a:srgbClr val="2C2C2C"/>
                </a:solidFill>
              </a:rPr>
              <a:t>Tina </a:t>
            </a:r>
            <a:r>
              <a:rPr lang="sv-SE" sz="1100" dirty="0" err="1">
                <a:solidFill>
                  <a:srgbClr val="2C2C2C"/>
                </a:solidFill>
              </a:rPr>
              <a:t>scampi</a:t>
            </a:r>
            <a:r>
              <a:rPr lang="sv-SE" sz="1100" dirty="0">
                <a:solidFill>
                  <a:srgbClr val="2C2C2C"/>
                </a:solidFill>
              </a:rPr>
              <a:t>. Sätt ugnen på 200 grader. Skär lax i mindre bitar och strö på salt och peppar. Skala och riv vitlök. Skala och grovhacka lök. Finhacka chili och persilja. Skär broccoli i mindre buketter. Dela brysselkål på hälften. Hetta upp en kastrull med olja och bryn lök, vitlök och chili i någon minut. Tillsätt kokosmjölk, vatten och pepparrot. Låt koka upp och blanda ner broccoli och brysselkål. Smaka av med salt och peppar. Blanda ner persilja och häll blandningen i en ugnsform. Lägg på </a:t>
            </a:r>
            <a:r>
              <a:rPr lang="sv-SE" sz="1100" dirty="0" err="1">
                <a:solidFill>
                  <a:srgbClr val="2C2C2C"/>
                </a:solidFill>
              </a:rPr>
              <a:t>scampi</a:t>
            </a:r>
            <a:r>
              <a:rPr lang="sv-SE" sz="1100" dirty="0">
                <a:solidFill>
                  <a:srgbClr val="2C2C2C"/>
                </a:solidFill>
              </a:rPr>
              <a:t> och lax. Strö på riven ost. Gratinera i ugnen i 15 minuter.</a:t>
            </a:r>
            <a:endParaRPr lang="sv-SE" sz="1100" dirty="0">
              <a:solidFill>
                <a:srgbClr val="2C2C2C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A87304A-35B7-4042-BF22-9FDF22A0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9</a:t>
            </a:fld>
            <a:endParaRPr lang="sv-SE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D3FFF5D6-C53C-A34C-9DB1-E9EE5DD0D745}"/>
              </a:ext>
            </a:extLst>
          </p:cNvPr>
          <p:cNvSpPr txBox="1"/>
          <p:nvPr/>
        </p:nvSpPr>
        <p:spPr>
          <a:xfrm>
            <a:off x="225220" y="224397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Fisk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F439330D-F48B-334F-A377-9CB18DEB095D}"/>
              </a:ext>
            </a:extLst>
          </p:cNvPr>
          <p:cNvSpPr/>
          <p:nvPr/>
        </p:nvSpPr>
        <p:spPr>
          <a:xfrm>
            <a:off x="1928479" y="3770299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634kcal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04465C38-8754-CA40-8E66-DD78C471345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934235" y="739824"/>
            <a:ext cx="4287252" cy="3215440"/>
          </a:xfrm>
          <a:prstGeom prst="rect">
            <a:avLst/>
          </a:prstGeom>
        </p:spPr>
      </p:pic>
      <p:sp>
        <p:nvSpPr>
          <p:cNvPr id="8" name="Platshållare för sidfot 1">
            <a:extLst>
              <a:ext uri="{FF2B5EF4-FFF2-40B4-BE49-F238E27FC236}">
                <a16:creationId xmlns:a16="http://schemas.microsoft.com/office/drawing/2014/main" id="{4D53C84F-A560-0B4F-B636-5FDED1D98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126299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7EECBC22-7AFB-704E-9208-6D6960437622}"/>
              </a:ext>
            </a:extLst>
          </p:cNvPr>
          <p:cNvSpPr/>
          <p:nvPr/>
        </p:nvSpPr>
        <p:spPr>
          <a:xfrm>
            <a:off x="218888" y="1377999"/>
            <a:ext cx="6296212" cy="567847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1B1B1B"/>
                </a:solidFill>
              </a:rPr>
              <a:t>Köttfärsbiffar med mozzarella och tomatsallad</a:t>
            </a:r>
          </a:p>
          <a:p>
            <a:r>
              <a:rPr lang="sv-SE" sz="1100" b="1" dirty="0">
                <a:solidFill>
                  <a:srgbClr val="1B1B1B"/>
                </a:solidFill>
              </a:rPr>
              <a:t> - 2 portioner</a:t>
            </a:r>
            <a:endParaRPr lang="sv-SE" sz="1100" dirty="0">
              <a:solidFill>
                <a:srgbClr val="1B1B1B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350 g nötfärs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rödlök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8 färska basilikablad</a:t>
            </a:r>
          </a:p>
          <a:p>
            <a:r>
              <a:rPr lang="sv-SE" sz="1100" dirty="0">
                <a:solidFill>
                  <a:srgbClr val="1B1B1B"/>
                </a:solidFill>
              </a:rPr>
              <a:t>4 </a:t>
            </a:r>
            <a:r>
              <a:rPr lang="sv-SE" sz="1100" dirty="0" err="1">
                <a:solidFill>
                  <a:srgbClr val="1B1B1B"/>
                </a:solidFill>
              </a:rPr>
              <a:t>st</a:t>
            </a:r>
            <a:r>
              <a:rPr lang="sv-SE" sz="1100" dirty="0">
                <a:solidFill>
                  <a:srgbClr val="1B1B1B"/>
                </a:solidFill>
              </a:rPr>
              <a:t> soltorkade tomater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 tsk örtagårdskrydda</a:t>
            </a:r>
          </a:p>
          <a:p>
            <a:r>
              <a:rPr lang="sv-SE" sz="1100" dirty="0">
                <a:solidFill>
                  <a:srgbClr val="1B1B1B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125 g mozzarellaost 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1B1B1B"/>
                </a:solidFill>
              </a:rPr>
              <a:t>Tomatsallad</a:t>
            </a:r>
            <a:r>
              <a:rPr lang="sv-SE" sz="1100" dirty="0">
                <a:solidFill>
                  <a:srgbClr val="1B1B1B"/>
                </a:solidFill>
              </a:rPr>
              <a:t>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3</a:t>
            </a:r>
            <a:r>
              <a:rPr lang="sv-SE" sz="1100" dirty="0">
                <a:solidFill>
                  <a:srgbClr val="1B1B1B"/>
                </a:solidFill>
              </a:rPr>
              <a:t> tomater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fänkål 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1/4 rödlök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2 msk basilika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msk olivolja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msk äppelcidervinäger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tsk honung</a:t>
            </a:r>
          </a:p>
          <a:p>
            <a:r>
              <a:rPr lang="sv-SE" sz="1100" dirty="0">
                <a:solidFill>
                  <a:srgbClr val="1B1B1B"/>
                </a:solidFill>
              </a:rPr>
              <a:t>Salt och svartpeppar</a:t>
            </a:r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1B1B1B"/>
                </a:solidFill>
              </a:rPr>
              <a:t>Tillbehör</a:t>
            </a:r>
            <a:endParaRPr lang="sv-SE" sz="1100" dirty="0">
              <a:solidFill>
                <a:srgbClr val="1B1B1B"/>
              </a:solidFill>
            </a:endParaRPr>
          </a:p>
          <a:p>
            <a:r>
              <a:rPr lang="sv-SE" sz="1100" dirty="0">
                <a:solidFill>
                  <a:srgbClr val="040100"/>
                </a:solidFill>
              </a:rPr>
              <a:t>40 g rucolasallad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tsk p</a:t>
            </a:r>
            <a:r>
              <a:rPr lang="sv-SE" sz="1100" dirty="0">
                <a:solidFill>
                  <a:srgbClr val="1B1B1B"/>
                </a:solidFill>
              </a:rPr>
              <a:t>umpakärnor</a:t>
            </a:r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Sätt ugnen på 200 grader. Lägg nötfärs i en skål. Skala och finhacka rödlök. Finhacka basilika. Strimla hälften av de soltorkade tomaterna. Blanda ner rödlök, basilika och soltorkade tomater.  Strö på örtgårdskrydda, salt och peppar. Dela upp färsblandningen i fyra lika stora delar och forma till biffar. Lägg biffarna på en ugnsplåt med bakplåtspapper. Dela mozzarella i 4 lika stora delar.  Skär resterande soltorkade tomater på mitten.  Gör ett litet jack i varje biff och tryck i en bit mozzarella och en bit soltorkat tomat i varje biff. Ställ in biffarna i ugnen i cirka 20 minuter. </a:t>
            </a:r>
            <a:r>
              <a:rPr lang="sv-SE" sz="1100" dirty="0">
                <a:solidFill>
                  <a:srgbClr val="000000"/>
                </a:solidFill>
              </a:rPr>
              <a:t>Skär </a:t>
            </a:r>
            <a:r>
              <a:rPr lang="sv-SE" sz="1100" dirty="0">
                <a:solidFill>
                  <a:srgbClr val="1B1B1B"/>
                </a:solidFill>
              </a:rPr>
              <a:t>tomat i klyftor. Skiva fänkål tunt. Skala och hacka rödlök i tunna klyftor. Finhacka basilika. Lägg tomat, fänkål, rödlök och basilika i en skål. </a:t>
            </a:r>
            <a:r>
              <a:rPr lang="sv-SE" sz="1100" dirty="0">
                <a:solidFill>
                  <a:srgbClr val="000000"/>
                </a:solidFill>
              </a:rPr>
              <a:t>Tillsätt</a:t>
            </a:r>
            <a:r>
              <a:rPr lang="sv-SE" sz="1100" dirty="0">
                <a:solidFill>
                  <a:srgbClr val="1B1B1B"/>
                </a:solidFill>
              </a:rPr>
              <a:t> olivolja, äppelcidervinäger och honung. Strö på salt och peppar. Servera köttfärsbiffar på en bädd av rucolasallad. Toppa med pumpakärnor. Servera med tomatsallad.</a:t>
            </a:r>
            <a:endParaRPr lang="sv-SE" sz="1100" dirty="0">
              <a:solidFill>
                <a:srgbClr val="1B1B1B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A87304A-35B7-4042-BF22-9FDF22A0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10</a:t>
            </a:fld>
            <a:endParaRPr lang="sv-SE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D3FFF5D6-C53C-A34C-9DB1-E9EE5DD0D745}"/>
              </a:ext>
            </a:extLst>
          </p:cNvPr>
          <p:cNvSpPr txBox="1"/>
          <p:nvPr/>
        </p:nvSpPr>
        <p:spPr>
          <a:xfrm>
            <a:off x="225220" y="224397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Kött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0534E9E2-FD99-7845-88E7-32D84B9ECF1A}"/>
              </a:ext>
            </a:extLst>
          </p:cNvPr>
          <p:cNvSpPr/>
          <p:nvPr/>
        </p:nvSpPr>
        <p:spPr>
          <a:xfrm>
            <a:off x="2075049" y="2158566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588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72128F15-CFC4-7B45-B880-06358633D35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530645" y="943459"/>
            <a:ext cx="4571999" cy="3428999"/>
          </a:xfrm>
          <a:prstGeom prst="rect">
            <a:avLst/>
          </a:prstGeom>
        </p:spPr>
      </p:pic>
      <p:sp>
        <p:nvSpPr>
          <p:cNvPr id="10" name="Platshållare för sidfot 1">
            <a:extLst>
              <a:ext uri="{FF2B5EF4-FFF2-40B4-BE49-F238E27FC236}">
                <a16:creationId xmlns:a16="http://schemas.microsoft.com/office/drawing/2014/main" id="{849D16D6-5AAD-8747-AF37-EF03C37B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620547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A87304A-35B7-4042-BF22-9FDF22A0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11</a:t>
            </a:fld>
            <a:endParaRPr lang="sv-SE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D3FFF5D6-C53C-A34C-9DB1-E9EE5DD0D745}"/>
              </a:ext>
            </a:extLst>
          </p:cNvPr>
          <p:cNvSpPr txBox="1"/>
          <p:nvPr/>
        </p:nvSpPr>
        <p:spPr>
          <a:xfrm>
            <a:off x="225220" y="224397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Kött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2ABE7DE-5F64-B74A-8B45-F8C73A77556A}"/>
              </a:ext>
            </a:extLst>
          </p:cNvPr>
          <p:cNvSpPr/>
          <p:nvPr/>
        </p:nvSpPr>
        <p:spPr>
          <a:xfrm>
            <a:off x="329834" y="3485045"/>
            <a:ext cx="3399214" cy="31393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000000"/>
                </a:solidFill>
              </a:rPr>
              <a:t>Entrecote med haricots </a:t>
            </a:r>
            <a:r>
              <a:rPr lang="sv-SE" sz="1100" b="1" dirty="0" err="1">
                <a:solidFill>
                  <a:srgbClr val="000000"/>
                </a:solidFill>
              </a:rPr>
              <a:t>verts</a:t>
            </a:r>
            <a:r>
              <a:rPr lang="sv-SE" sz="1100" b="1" dirty="0">
                <a:solidFill>
                  <a:srgbClr val="000000"/>
                </a:solidFill>
              </a:rPr>
              <a:t> och </a:t>
            </a:r>
          </a:p>
          <a:p>
            <a:r>
              <a:rPr lang="sv-SE" sz="1100" b="1" dirty="0">
                <a:solidFill>
                  <a:srgbClr val="000000"/>
                </a:solidFill>
              </a:rPr>
              <a:t>bearnaisesås - 2 portioner 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300 g entrecote</a:t>
            </a:r>
          </a:p>
          <a:p>
            <a:r>
              <a:rPr lang="sv-SE" sz="1100" dirty="0">
                <a:solidFill>
                  <a:srgbClr val="000000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tsk smör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200 g haricots </a:t>
            </a:r>
            <a:r>
              <a:rPr lang="sv-SE" sz="1100" dirty="0" err="1">
                <a:solidFill>
                  <a:srgbClr val="000000"/>
                </a:solidFill>
              </a:rPr>
              <a:t>verts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 krm örtagårdskrydda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msk bearnaisesås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Skölj haricots </a:t>
            </a:r>
            <a:r>
              <a:rPr lang="sv-SE" sz="1100" dirty="0" err="1">
                <a:solidFill>
                  <a:srgbClr val="000000"/>
                </a:solidFill>
              </a:rPr>
              <a:t>verts</a:t>
            </a:r>
            <a:r>
              <a:rPr lang="sv-SE" sz="1100" dirty="0">
                <a:solidFill>
                  <a:srgbClr val="000000"/>
                </a:solidFill>
              </a:rPr>
              <a:t> och skär bort ändarna om det behövs. Koka upp vatten med lite salt i en kastrull och lägg i haricots </a:t>
            </a:r>
            <a:r>
              <a:rPr lang="sv-SE" sz="1100" dirty="0" err="1">
                <a:solidFill>
                  <a:srgbClr val="000000"/>
                </a:solidFill>
              </a:rPr>
              <a:t>verts</a:t>
            </a:r>
            <a:r>
              <a:rPr lang="sv-SE" sz="1100" dirty="0">
                <a:solidFill>
                  <a:srgbClr val="000000"/>
                </a:solidFill>
              </a:rPr>
              <a:t>. Låt koka i cirka 3-5 minuter. Lägg entrecote på en skärbräda och strö salt, peppar och örtagårdskrydda på båda sidorna av köttet. Hetta upp en stekpanna med smör och stek köttet på hög värme i cirka 2-3 minuter på varje sida. Lägg upp entrecoten på tallrikar och låt vila i någon minut. Servera köttet med haricots </a:t>
            </a:r>
            <a:r>
              <a:rPr lang="sv-SE" sz="1100" dirty="0" err="1">
                <a:solidFill>
                  <a:srgbClr val="000000"/>
                </a:solidFill>
              </a:rPr>
              <a:t>verts</a:t>
            </a:r>
            <a:r>
              <a:rPr lang="sv-SE" sz="1100" dirty="0">
                <a:solidFill>
                  <a:srgbClr val="000000"/>
                </a:solidFill>
              </a:rPr>
              <a:t> och bearnaisesås. </a:t>
            </a:r>
            <a:endParaRPr lang="sv-SE" sz="1100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0534E9E2-FD99-7845-88E7-32D84B9ECF1A}"/>
              </a:ext>
            </a:extLst>
          </p:cNvPr>
          <p:cNvSpPr/>
          <p:nvPr/>
        </p:nvSpPr>
        <p:spPr>
          <a:xfrm>
            <a:off x="2258108" y="3986062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371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C6708248-D365-B546-BDAB-43C4A14C9B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824148" y="771715"/>
            <a:ext cx="4378542" cy="3283907"/>
          </a:xfrm>
          <a:prstGeom prst="rect">
            <a:avLst/>
          </a:prstGeom>
        </p:spPr>
      </p:pic>
      <p:sp>
        <p:nvSpPr>
          <p:cNvPr id="8" name="Platshållare för sidfot 1">
            <a:extLst>
              <a:ext uri="{FF2B5EF4-FFF2-40B4-BE49-F238E27FC236}">
                <a16:creationId xmlns:a16="http://schemas.microsoft.com/office/drawing/2014/main" id="{A0893264-CCAE-3448-BDE4-BF4A084C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2516864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843C7B55-265D-C241-A018-1DE91F15A563}"/>
              </a:ext>
            </a:extLst>
          </p:cNvPr>
          <p:cNvSpPr/>
          <p:nvPr/>
        </p:nvSpPr>
        <p:spPr>
          <a:xfrm>
            <a:off x="213979" y="2920691"/>
            <a:ext cx="3429000" cy="4832092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000000"/>
                </a:solidFill>
              </a:rPr>
              <a:t>Citronkaka med äpple och kardemumma</a:t>
            </a:r>
          </a:p>
          <a:p>
            <a:r>
              <a:rPr lang="sv-SE" sz="1100" b="1" dirty="0">
                <a:solidFill>
                  <a:srgbClr val="000000"/>
                </a:solidFill>
              </a:rPr>
              <a:t> - 10 portioner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150 g smör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¼ dl </a:t>
            </a:r>
            <a:r>
              <a:rPr lang="sv-SE" sz="1100" dirty="0" err="1">
                <a:solidFill>
                  <a:srgbClr val="000000"/>
                </a:solidFill>
              </a:rPr>
              <a:t>mandelmjöl</a:t>
            </a:r>
            <a:r>
              <a:rPr lang="sv-SE" sz="1100" dirty="0">
                <a:solidFill>
                  <a:srgbClr val="000000"/>
                </a:solidFill>
              </a:rPr>
              <a:t>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¼ dl havregryn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tsk vaniljsocker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½ dl agavesirap </a:t>
            </a:r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000000"/>
                </a:solidFill>
              </a:rPr>
              <a:t>Fyllning</a:t>
            </a:r>
            <a:r>
              <a:rPr lang="sv-SE" sz="1100" dirty="0">
                <a:solidFill>
                  <a:srgbClr val="000000"/>
                </a:solidFill>
              </a:rPr>
              <a:t>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dl havregrädde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140 g naturell färskost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125 g </a:t>
            </a:r>
            <a:r>
              <a:rPr lang="sv-SE" sz="1100" dirty="0" err="1">
                <a:solidFill>
                  <a:srgbClr val="000000"/>
                </a:solidFill>
              </a:rPr>
              <a:t>lemoncurd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Zest från 1 citron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tsk kardemumma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000000"/>
                </a:solidFill>
              </a:rPr>
              <a:t>Dekoration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2 äpplen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tsk </a:t>
            </a:r>
            <a:r>
              <a:rPr lang="sv-SE" sz="1100" dirty="0" err="1">
                <a:solidFill>
                  <a:srgbClr val="000000"/>
                </a:solidFill>
              </a:rPr>
              <a:t>mortlad</a:t>
            </a:r>
            <a:r>
              <a:rPr lang="sv-SE" sz="1100" dirty="0">
                <a:solidFill>
                  <a:srgbClr val="000000"/>
                </a:solidFill>
              </a:rPr>
              <a:t> kardemumma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Sätt ugnen på 200 grader. Klä botten av en springform med bakplåtspapper. (Ca 25 cm) Smält smöret. Tillsätt alla torra ingredienser. Rör ihop till en smulig deg. Tryck ut degen i springformen och tryck upp kanterna. Grädda i mitten av ugnen i 15 minuter. Låt svalna i kylskåpet i 10 minuter. Vispa havregrädde. Blanda ihop </a:t>
            </a:r>
            <a:r>
              <a:rPr lang="sv-SE" sz="1100" dirty="0" err="1">
                <a:solidFill>
                  <a:srgbClr val="000000"/>
                </a:solidFill>
              </a:rPr>
              <a:t>lemoncurd</a:t>
            </a:r>
            <a:r>
              <a:rPr lang="sv-SE" sz="1100" dirty="0">
                <a:solidFill>
                  <a:srgbClr val="000000"/>
                </a:solidFill>
              </a:rPr>
              <a:t>, färskost, citronzest och kardemumma. Ta ut botten ut kylen och bred ut fyllningen. Dekorera med skivat äpple och kardemumma.</a:t>
            </a:r>
            <a:endParaRPr lang="sv-SE" sz="1100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BB45A7C-8AF3-3645-B2BA-3E0B6B53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12</a:t>
            </a:fld>
            <a:endParaRPr lang="sv-SE"/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3A0F5176-7E66-B948-8D80-90EA9B6582E5}"/>
              </a:ext>
            </a:extLst>
          </p:cNvPr>
          <p:cNvSpPr txBox="1"/>
          <p:nvPr/>
        </p:nvSpPr>
        <p:spPr>
          <a:xfrm>
            <a:off x="225220" y="224397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Dessert</a:t>
            </a:r>
          </a:p>
        </p:txBody>
      </p:sp>
      <p:sp>
        <p:nvSpPr>
          <p:cNvPr id="18" name="Ellips 17">
            <a:extLst>
              <a:ext uri="{FF2B5EF4-FFF2-40B4-BE49-F238E27FC236}">
                <a16:creationId xmlns:a16="http://schemas.microsoft.com/office/drawing/2014/main" id="{D98A3AAB-CB9E-8048-B99F-47F5299540B6}"/>
              </a:ext>
            </a:extLst>
          </p:cNvPr>
          <p:cNvSpPr/>
          <p:nvPr/>
        </p:nvSpPr>
        <p:spPr>
          <a:xfrm>
            <a:off x="2398906" y="3548873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265kcal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A431C088-0073-9042-83C7-64EA0B8B87C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799381" y="986046"/>
            <a:ext cx="4246536" cy="3184902"/>
          </a:xfrm>
          <a:prstGeom prst="rect">
            <a:avLst/>
          </a:prstGeom>
        </p:spPr>
      </p:pic>
      <p:sp>
        <p:nvSpPr>
          <p:cNvPr id="8" name="Pratbubbla: rektangel med rundade hörn 5">
            <a:extLst>
              <a:ext uri="{FF2B5EF4-FFF2-40B4-BE49-F238E27FC236}">
                <a16:creationId xmlns:a16="http://schemas.microsoft.com/office/drawing/2014/main" id="{6EBCEDEC-7822-C740-A112-B7093D110AA3}"/>
              </a:ext>
            </a:extLst>
          </p:cNvPr>
          <p:cNvSpPr/>
          <p:nvPr/>
        </p:nvSpPr>
        <p:spPr>
          <a:xfrm>
            <a:off x="4613331" y="6583120"/>
            <a:ext cx="1671282" cy="631957"/>
          </a:xfrm>
          <a:prstGeom prst="wedgeRoundRectCallout">
            <a:avLst/>
          </a:prstGeom>
          <a:solidFill>
            <a:srgbClr val="2765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>
                <a:cs typeface="Avenir Light"/>
              </a:rPr>
              <a:t>Frys in resterande portioner.</a:t>
            </a:r>
          </a:p>
        </p:txBody>
      </p:sp>
      <p:sp>
        <p:nvSpPr>
          <p:cNvPr id="9" name="Platshållare för sidfot 1">
            <a:extLst>
              <a:ext uri="{FF2B5EF4-FFF2-40B4-BE49-F238E27FC236}">
                <a16:creationId xmlns:a16="http://schemas.microsoft.com/office/drawing/2014/main" id="{C0219041-E351-A24A-86BF-9B82B303C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1 </a:t>
            </a:r>
          </a:p>
        </p:txBody>
      </p:sp>
    </p:spTree>
    <p:extLst>
      <p:ext uri="{BB962C8B-B14F-4D97-AF65-F5344CB8AC3E}">
        <p14:creationId xmlns:p14="http://schemas.microsoft.com/office/powerpoint/2010/main" val="2674272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487501</TotalTime>
  <Words>2528</Words>
  <Application>Microsoft Macintosh PowerPoint</Application>
  <PresentationFormat>Bildspel på skärmen (4:3)</PresentationFormat>
  <Paragraphs>333</Paragraphs>
  <Slides>12</Slides>
  <Notes>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12</vt:i4>
      </vt:variant>
    </vt:vector>
  </HeadingPairs>
  <TitlesOfParts>
    <vt:vector size="18" baseType="lpstr">
      <vt:lpstr>ＭＳ 明朝</vt:lpstr>
      <vt:lpstr>Arial</vt:lpstr>
      <vt:lpstr>Avenir Light</vt:lpstr>
      <vt:lpstr>BigCaslonFB</vt:lpstr>
      <vt:lpstr>Calibri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The Diet Shop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Ulrika Davidsson</dc:creator>
  <cp:lastModifiedBy>ulrika.davidsson@dietshop.se</cp:lastModifiedBy>
  <cp:revision>1113</cp:revision>
  <cp:lastPrinted>2017-09-05T09:39:57Z</cp:lastPrinted>
  <dcterms:created xsi:type="dcterms:W3CDTF">2016-08-21T13:21:42Z</dcterms:created>
  <dcterms:modified xsi:type="dcterms:W3CDTF">2025-02-26T12:42:47Z</dcterms:modified>
</cp:coreProperties>
</file>